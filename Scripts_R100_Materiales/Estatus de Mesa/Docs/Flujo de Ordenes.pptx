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7053263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BF7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742D0-D783-4810-95C7-020CBC318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F1541-6A2A-403C-AA72-5DF326F8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E521F-C3DA-46F5-950C-6F963B7EE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36D-BDCB-49E9-8B30-A555D991DA84}" type="datetimeFigureOut">
              <a:rPr lang="en-US" smtClean="0"/>
              <a:pPr/>
              <a:t>5/31/2021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D19B6-EE86-4497-9CE2-3D5A8090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46BAB-9B08-40C7-A2DF-0416C980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7CD3-5549-4703-B5E6-A4F03751155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691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F5BC5-0666-4EC5-8707-C8D978BC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9AEB9-BB94-40BF-8B63-347AACC84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8114E-E3F7-4FF6-80EA-300F5A408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36D-BDCB-49E9-8B30-A555D991DA84}" type="datetimeFigureOut">
              <a:rPr lang="en-US" smtClean="0"/>
              <a:pPr/>
              <a:t>5/31/2021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C6F05-E1C1-471E-A51A-DD2D8F16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A9342-9FA0-4385-B4E1-DE024FA0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7CD3-5549-4703-B5E6-A4F03751155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60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DD453-F7D2-41F6-9CBE-DC58B9511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21D57-1CA2-42F9-9072-9659809D9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AB047-599A-41C9-B973-2DDF715B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36D-BDCB-49E9-8B30-A555D991DA84}" type="datetimeFigureOut">
              <a:rPr lang="en-US" smtClean="0"/>
              <a:pPr/>
              <a:t>5/31/2021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8EC39-6A6C-43CB-9D4A-14E6887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7A2D9-D11D-40A4-B106-63F4166D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7CD3-5549-4703-B5E6-A4F03751155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9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8508-BF55-4061-9D82-720D6D955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B014E-A00F-4DAA-BD1A-717D2A67B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F6672-FD31-4A73-8805-2A799550E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FC7E4-A499-4384-873F-06E418907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36D-BDCB-49E9-8B30-A555D991DA84}" type="datetimeFigureOut">
              <a:rPr lang="en-US" smtClean="0"/>
              <a:pPr/>
              <a:t>5/31/2021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85930-4C1D-443C-9EAC-252CDF13D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65489-0F4A-45C6-A3D8-4E682A6D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7CD3-5549-4703-B5E6-A4F03751155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7E3AC-21C0-4FB3-BAC4-92CBD0CBC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2D671-5BBA-4BD0-9407-241992A80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D5046-DA71-4AD3-95C9-5F9F327CB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49ECD-4997-4A07-BDDE-B48E475EC8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BD4647-0C58-4AD3-A195-9527BE84BD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F8EFD-31EF-4FF7-BD01-19A6D3C43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36D-BDCB-49E9-8B30-A555D991DA84}" type="datetimeFigureOut">
              <a:rPr lang="en-US" smtClean="0"/>
              <a:pPr/>
              <a:t>5/31/2021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40F6EB-1F2F-4988-A2D4-5C57E7485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5E356-93BD-4597-ADA2-F3976B7F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7CD3-5549-4703-B5E6-A4F03751155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43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D79E-C734-43EC-B81B-0DF312033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BF1AFB-E29F-476C-A58E-0C3934222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36D-BDCB-49E9-8B30-A555D991DA84}" type="datetimeFigureOut">
              <a:rPr lang="en-US" smtClean="0"/>
              <a:pPr/>
              <a:t>5/31/2021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A19FF-85CB-400F-B39F-1599F05A3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44E934-119E-4F06-80D3-B1E49FC4A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7CD3-5549-4703-B5E6-A4F03751155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60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45228-B8A5-4E7A-83FE-662FB6AC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36D-BDCB-49E9-8B30-A555D991DA84}" type="datetimeFigureOut">
              <a:rPr lang="en-US" smtClean="0"/>
              <a:pPr/>
              <a:t>5/31/2021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586D3-DFCA-4592-B7A4-00A860B1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D163E-1601-4D2D-A132-6D4B01C0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7CD3-5549-4703-B5E6-A4F03751155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2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C6A7-CEDC-4A5D-899F-6059E6719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49050-31C8-474E-93D0-88A2ED8EE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70B40-8980-431D-9BD7-1A3EC07B4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64D07-CAC0-4F2D-B491-B8DAC5E97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36D-BDCB-49E9-8B30-A555D991DA84}" type="datetimeFigureOut">
              <a:rPr lang="en-US" smtClean="0"/>
              <a:pPr/>
              <a:t>5/31/2021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285E6-45C6-4F3B-8919-F155F040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99C19-01EC-468F-AA48-0A9CF7D6C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7CD3-5549-4703-B5E6-A4F03751155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0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17756-1E26-4A98-8063-CD5BAF06F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6ADD8D-8C1E-4BEE-83DB-BE66BA80AF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0711B-8164-4141-B82A-2337F1D5F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25C15-6684-451B-A52F-480DC8A1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36D-BDCB-49E9-8B30-A555D991DA84}" type="datetimeFigureOut">
              <a:rPr lang="en-US" smtClean="0"/>
              <a:pPr/>
              <a:t>5/31/2021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4BC31-9BA7-4E3F-B2A3-ACF0BB99D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A799E-D4F7-4D95-B72A-3F3F77F8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7CD3-5549-4703-B5E6-A4F03751155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76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0571-6A5E-4A94-B00B-5F1DC0B2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5FF4A4-F036-4545-96A6-0E6B3FCC2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B8651-0FB0-4A7C-B5C3-78E41DCF5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36D-BDCB-49E9-8B30-A555D991DA84}" type="datetimeFigureOut">
              <a:rPr lang="en-US" smtClean="0"/>
              <a:pPr/>
              <a:t>5/31/2021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CB3B1-F628-43FA-B2F3-C15DE262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3960B-7EF5-4554-A0B2-5A211379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7CD3-5549-4703-B5E6-A4F03751155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6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EA174E-C166-4AB6-83ED-BB0BE1D12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95BB7-739E-4E60-AAFC-32B9CAB83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A0E5F-4C6D-4CD2-A4E4-0E5E89C7E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36D-BDCB-49E9-8B30-A555D991DA84}" type="datetimeFigureOut">
              <a:rPr lang="en-US" smtClean="0"/>
              <a:pPr/>
              <a:t>5/31/2021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AF00E-D029-4D5D-855B-B6CE9A63E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59CDB-383C-4F37-B1B7-A634972C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7CD3-5549-4703-B5E6-A4F03751155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7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54FD9B-E521-4A1F-A1A3-5CB996268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FD920-3C55-4A45-B76F-66132298E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52F81-8E3B-4650-887B-E58C5F7027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4A36D-BDCB-49E9-8B30-A555D991DA84}" type="datetimeFigureOut">
              <a:rPr lang="en-US" smtClean="0"/>
              <a:pPr/>
              <a:t>5/31/2021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28D1E-19F4-4AEB-A409-B23386648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50E8D-5AED-4AC5-9AC0-E8D413C808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F7CD3-5549-4703-B5E6-A4F03751155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5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C53BD-3563-4548-BEA8-FA04F7083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8786"/>
            <a:ext cx="9144000" cy="2387600"/>
          </a:xfrm>
        </p:spPr>
        <p:txBody>
          <a:bodyPr>
            <a:normAutofit/>
          </a:bodyPr>
          <a:lstStyle/>
          <a:p>
            <a:r>
              <a:rPr lang="en-US" sz="3200" dirty="0" err="1"/>
              <a:t>Flujo</a:t>
            </a:r>
            <a:r>
              <a:rPr lang="en-US" sz="3200" dirty="0"/>
              <a:t> de </a:t>
            </a:r>
            <a:r>
              <a:rPr lang="en-US" sz="3200" dirty="0" err="1"/>
              <a:t>Ordenes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27865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69BE27-CF2E-4FFF-B749-EE4AAAFBF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6231" y="225466"/>
            <a:ext cx="3613889" cy="409938"/>
          </a:xfrm>
        </p:spPr>
        <p:txBody>
          <a:bodyPr>
            <a:noAutofit/>
          </a:bodyPr>
          <a:lstStyle/>
          <a:p>
            <a:r>
              <a:rPr lang="en-US" sz="2800" b="1" dirty="0" err="1"/>
              <a:t>Flujo</a:t>
            </a:r>
            <a:r>
              <a:rPr lang="en-US" sz="2800" b="1" dirty="0"/>
              <a:t> de </a:t>
            </a:r>
            <a:r>
              <a:rPr lang="en-US" sz="2800" b="1" dirty="0" err="1"/>
              <a:t>Ordenes</a:t>
            </a:r>
            <a:r>
              <a:rPr lang="en-US" sz="2800" b="1" dirty="0"/>
              <a:t>/Kits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EA3BC4-327A-4E26-9ED4-82E5AB365598}"/>
              </a:ext>
            </a:extLst>
          </p:cNvPr>
          <p:cNvSpPr/>
          <p:nvPr/>
        </p:nvSpPr>
        <p:spPr>
          <a:xfrm>
            <a:off x="178243" y="635405"/>
            <a:ext cx="2228030" cy="5609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Creación de Orden (Materiales)</a:t>
            </a:r>
          </a:p>
          <a:p>
            <a:pPr algn="ctr"/>
            <a:r>
              <a:rPr lang="es-MX" sz="1200" dirty="0"/>
              <a:t>La orden se envía a Recibos.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3519F1-BDDD-4111-B7F7-DC95A85CCE25}"/>
              </a:ext>
            </a:extLst>
          </p:cNvPr>
          <p:cNvSpPr/>
          <p:nvPr/>
        </p:nvSpPr>
        <p:spPr>
          <a:xfrm>
            <a:off x="178242" y="1581073"/>
            <a:ext cx="2228030" cy="1337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200" dirty="0"/>
              <a:t>Producción solicita la orden a recibos, en ese momento se asigna la orden a producción (Este evento podría registrarse cuando se imprimen las etiquetas de la orden).</a:t>
            </a:r>
            <a:endParaRPr lang="es-MX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625BB3-ED8D-4B94-89DB-C089C257D62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292257" y="1196341"/>
            <a:ext cx="1" cy="384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4B1544-C2A8-4C87-9BED-068C30552C6B}"/>
              </a:ext>
            </a:extLst>
          </p:cNvPr>
          <p:cNvSpPr/>
          <p:nvPr/>
        </p:nvSpPr>
        <p:spPr>
          <a:xfrm>
            <a:off x="3024419" y="3854669"/>
            <a:ext cx="1566076" cy="4099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Escaneo Perforation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1867D4-3CA9-4094-93E8-F10ED98CBBA3}"/>
              </a:ext>
            </a:extLst>
          </p:cNvPr>
          <p:cNvSpPr/>
          <p:nvPr/>
        </p:nvSpPr>
        <p:spPr>
          <a:xfrm>
            <a:off x="178242" y="3231655"/>
            <a:ext cx="2224856" cy="11083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Para saber si la Caja/Serial de la orden termino su proceso en producción (se deberá escanear por la persona que recoge las cajas en producción).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20C147-5B5F-455C-B81F-B3BD4D6699EF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 flipH="1">
            <a:off x="1290670" y="2918461"/>
            <a:ext cx="1587" cy="313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FC2F99-57DF-4DD4-B889-6C8E58864AD5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2403098" y="3785820"/>
            <a:ext cx="621321" cy="273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10">
            <a:extLst>
              <a:ext uri="{FF2B5EF4-FFF2-40B4-BE49-F238E27FC236}">
                <a16:creationId xmlns:a16="http://schemas.microsoft.com/office/drawing/2014/main" id="{145B41C6-049D-4254-AFEE-4E6ACAD35C31}"/>
              </a:ext>
            </a:extLst>
          </p:cNvPr>
          <p:cNvSpPr/>
          <p:nvPr/>
        </p:nvSpPr>
        <p:spPr>
          <a:xfrm>
            <a:off x="3024419" y="4395689"/>
            <a:ext cx="1566076" cy="4099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Escaneo Lamination</a:t>
            </a:r>
          </a:p>
        </p:txBody>
      </p:sp>
      <p:cxnSp>
        <p:nvCxnSpPr>
          <p:cNvPr id="56" name="Straight Arrow Connector 15">
            <a:extLst>
              <a:ext uri="{FF2B5EF4-FFF2-40B4-BE49-F238E27FC236}">
                <a16:creationId xmlns:a16="http://schemas.microsoft.com/office/drawing/2014/main" id="{05DE7DA1-FEAA-4FB7-B045-AC5590FF4D9A}"/>
              </a:ext>
            </a:extLst>
          </p:cNvPr>
          <p:cNvCxnSpPr>
            <a:cxnSpLocks/>
            <a:stCxn id="12" idx="3"/>
            <a:endCxn id="55" idx="1"/>
          </p:cNvCxnSpPr>
          <p:nvPr/>
        </p:nvCxnSpPr>
        <p:spPr>
          <a:xfrm>
            <a:off x="2403098" y="3785820"/>
            <a:ext cx="621321" cy="814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10">
            <a:extLst>
              <a:ext uri="{FF2B5EF4-FFF2-40B4-BE49-F238E27FC236}">
                <a16:creationId xmlns:a16="http://schemas.microsoft.com/office/drawing/2014/main" id="{195907DC-52C4-4BDC-B000-0D7E8A67660F}"/>
              </a:ext>
            </a:extLst>
          </p:cNvPr>
          <p:cNvSpPr/>
          <p:nvPr/>
        </p:nvSpPr>
        <p:spPr>
          <a:xfrm>
            <a:off x="3026864" y="4936709"/>
            <a:ext cx="1563631" cy="4099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Escaneo Quilting</a:t>
            </a:r>
          </a:p>
        </p:txBody>
      </p:sp>
      <p:cxnSp>
        <p:nvCxnSpPr>
          <p:cNvPr id="65" name="Straight Arrow Connector 15">
            <a:extLst>
              <a:ext uri="{FF2B5EF4-FFF2-40B4-BE49-F238E27FC236}">
                <a16:creationId xmlns:a16="http://schemas.microsoft.com/office/drawing/2014/main" id="{0CB4A6CB-1AD0-4FCC-9BAA-818A66D1EFDB}"/>
              </a:ext>
            </a:extLst>
          </p:cNvPr>
          <p:cNvCxnSpPr>
            <a:cxnSpLocks/>
            <a:stCxn id="12" idx="3"/>
            <a:endCxn id="64" idx="1"/>
          </p:cNvCxnSpPr>
          <p:nvPr/>
        </p:nvCxnSpPr>
        <p:spPr>
          <a:xfrm>
            <a:off x="2403098" y="3785820"/>
            <a:ext cx="623766" cy="1355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: Rounded Corners 10">
            <a:extLst>
              <a:ext uri="{FF2B5EF4-FFF2-40B4-BE49-F238E27FC236}">
                <a16:creationId xmlns:a16="http://schemas.microsoft.com/office/drawing/2014/main" id="{5E2947B8-7456-422C-9E2B-E542C7853711}"/>
              </a:ext>
            </a:extLst>
          </p:cNvPr>
          <p:cNvSpPr/>
          <p:nvPr/>
        </p:nvSpPr>
        <p:spPr>
          <a:xfrm>
            <a:off x="5211816" y="3590570"/>
            <a:ext cx="1230339" cy="4099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Certificación</a:t>
            </a:r>
          </a:p>
        </p:txBody>
      </p:sp>
      <p:cxnSp>
        <p:nvCxnSpPr>
          <p:cNvPr id="67" name="Straight Arrow Connector 15">
            <a:extLst>
              <a:ext uri="{FF2B5EF4-FFF2-40B4-BE49-F238E27FC236}">
                <a16:creationId xmlns:a16="http://schemas.microsoft.com/office/drawing/2014/main" id="{52E9B07C-CAA1-40B7-B9E2-590AAB6EC665}"/>
              </a:ext>
            </a:extLst>
          </p:cNvPr>
          <p:cNvCxnSpPr>
            <a:cxnSpLocks/>
            <a:stCxn id="11" idx="3"/>
            <a:endCxn id="66" idx="1"/>
          </p:cNvCxnSpPr>
          <p:nvPr/>
        </p:nvCxnSpPr>
        <p:spPr>
          <a:xfrm flipV="1">
            <a:off x="4590495" y="3795540"/>
            <a:ext cx="621321" cy="264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15">
            <a:extLst>
              <a:ext uri="{FF2B5EF4-FFF2-40B4-BE49-F238E27FC236}">
                <a16:creationId xmlns:a16="http://schemas.microsoft.com/office/drawing/2014/main" id="{3D956CAB-4ED4-4EF5-A353-BFF82BDCE0C3}"/>
              </a:ext>
            </a:extLst>
          </p:cNvPr>
          <p:cNvCxnSpPr>
            <a:cxnSpLocks/>
            <a:stCxn id="55" idx="3"/>
            <a:endCxn id="66" idx="1"/>
          </p:cNvCxnSpPr>
          <p:nvPr/>
        </p:nvCxnSpPr>
        <p:spPr>
          <a:xfrm flipV="1">
            <a:off x="4590495" y="3795540"/>
            <a:ext cx="621321" cy="805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15">
            <a:extLst>
              <a:ext uri="{FF2B5EF4-FFF2-40B4-BE49-F238E27FC236}">
                <a16:creationId xmlns:a16="http://schemas.microsoft.com/office/drawing/2014/main" id="{34258D20-90E5-48F1-9E4D-49578A7CFC11}"/>
              </a:ext>
            </a:extLst>
          </p:cNvPr>
          <p:cNvCxnSpPr>
            <a:cxnSpLocks/>
            <a:stCxn id="64" idx="3"/>
            <a:endCxn id="66" idx="1"/>
          </p:cNvCxnSpPr>
          <p:nvPr/>
        </p:nvCxnSpPr>
        <p:spPr>
          <a:xfrm flipV="1">
            <a:off x="4590495" y="3795540"/>
            <a:ext cx="621321" cy="1346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: Rounded Corners 10">
            <a:extLst>
              <a:ext uri="{FF2B5EF4-FFF2-40B4-BE49-F238E27FC236}">
                <a16:creationId xmlns:a16="http://schemas.microsoft.com/office/drawing/2014/main" id="{04AE13B2-3C34-4BFF-B22B-13F6B9E4B766}"/>
              </a:ext>
            </a:extLst>
          </p:cNvPr>
          <p:cNvSpPr/>
          <p:nvPr/>
        </p:nvSpPr>
        <p:spPr>
          <a:xfrm>
            <a:off x="6690097" y="3590570"/>
            <a:ext cx="1535596" cy="4099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Producto Terminado</a:t>
            </a:r>
          </a:p>
        </p:txBody>
      </p:sp>
      <p:cxnSp>
        <p:nvCxnSpPr>
          <p:cNvPr id="74" name="Straight Arrow Connector 15">
            <a:extLst>
              <a:ext uri="{FF2B5EF4-FFF2-40B4-BE49-F238E27FC236}">
                <a16:creationId xmlns:a16="http://schemas.microsoft.com/office/drawing/2014/main" id="{DE775493-1AFB-4C2B-B916-1B91CBD21656}"/>
              </a:ext>
            </a:extLst>
          </p:cNvPr>
          <p:cNvCxnSpPr>
            <a:cxnSpLocks/>
            <a:stCxn id="66" idx="3"/>
            <a:endCxn id="73" idx="1"/>
          </p:cNvCxnSpPr>
          <p:nvPr/>
        </p:nvCxnSpPr>
        <p:spPr>
          <a:xfrm>
            <a:off x="6442155" y="3795540"/>
            <a:ext cx="2479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: Rounded Corners 10">
            <a:extLst>
              <a:ext uri="{FF2B5EF4-FFF2-40B4-BE49-F238E27FC236}">
                <a16:creationId xmlns:a16="http://schemas.microsoft.com/office/drawing/2014/main" id="{BB259286-9580-4338-ABEA-B7F205A12018}"/>
              </a:ext>
            </a:extLst>
          </p:cNvPr>
          <p:cNvSpPr/>
          <p:nvPr/>
        </p:nvSpPr>
        <p:spPr>
          <a:xfrm>
            <a:off x="8467544" y="3595589"/>
            <a:ext cx="1098811" cy="4099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Embarcado</a:t>
            </a:r>
          </a:p>
        </p:txBody>
      </p:sp>
      <p:sp>
        <p:nvSpPr>
          <p:cNvPr id="78" name="Rectangle: Rounded Corners 10">
            <a:extLst>
              <a:ext uri="{FF2B5EF4-FFF2-40B4-BE49-F238E27FC236}">
                <a16:creationId xmlns:a16="http://schemas.microsoft.com/office/drawing/2014/main" id="{DB15764B-B5BE-441B-B7FF-2AA6D5AFB5FD}"/>
              </a:ext>
            </a:extLst>
          </p:cNvPr>
          <p:cNvSpPr/>
          <p:nvPr/>
        </p:nvSpPr>
        <p:spPr>
          <a:xfrm>
            <a:off x="9823905" y="3590569"/>
            <a:ext cx="1091464" cy="4099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Facturado</a:t>
            </a:r>
          </a:p>
        </p:txBody>
      </p:sp>
      <p:cxnSp>
        <p:nvCxnSpPr>
          <p:cNvPr id="79" name="Straight Arrow Connector 15">
            <a:extLst>
              <a:ext uri="{FF2B5EF4-FFF2-40B4-BE49-F238E27FC236}">
                <a16:creationId xmlns:a16="http://schemas.microsoft.com/office/drawing/2014/main" id="{96BDC6C6-A116-4D65-9430-3B5408894731}"/>
              </a:ext>
            </a:extLst>
          </p:cNvPr>
          <p:cNvCxnSpPr>
            <a:cxnSpLocks/>
            <a:stCxn id="73" idx="3"/>
            <a:endCxn id="77" idx="1"/>
          </p:cNvCxnSpPr>
          <p:nvPr/>
        </p:nvCxnSpPr>
        <p:spPr>
          <a:xfrm>
            <a:off x="8225693" y="3795540"/>
            <a:ext cx="241851" cy="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15">
            <a:extLst>
              <a:ext uri="{FF2B5EF4-FFF2-40B4-BE49-F238E27FC236}">
                <a16:creationId xmlns:a16="http://schemas.microsoft.com/office/drawing/2014/main" id="{CA82354F-3D32-4D85-B412-24969EFCB612}"/>
              </a:ext>
            </a:extLst>
          </p:cNvPr>
          <p:cNvCxnSpPr>
            <a:cxnSpLocks/>
            <a:stCxn id="77" idx="3"/>
            <a:endCxn id="78" idx="1"/>
          </p:cNvCxnSpPr>
          <p:nvPr/>
        </p:nvCxnSpPr>
        <p:spPr>
          <a:xfrm flipV="1">
            <a:off x="9566355" y="3795539"/>
            <a:ext cx="257550" cy="5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: Rounded Corners 10">
            <a:extLst>
              <a:ext uri="{FF2B5EF4-FFF2-40B4-BE49-F238E27FC236}">
                <a16:creationId xmlns:a16="http://schemas.microsoft.com/office/drawing/2014/main" id="{7459C288-1C22-4DBF-BD0F-D7492071F941}"/>
              </a:ext>
            </a:extLst>
          </p:cNvPr>
          <p:cNvSpPr/>
          <p:nvPr/>
        </p:nvSpPr>
        <p:spPr>
          <a:xfrm>
            <a:off x="3024419" y="3313649"/>
            <a:ext cx="1566076" cy="4099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Escaneo Embossing</a:t>
            </a:r>
          </a:p>
        </p:txBody>
      </p:sp>
      <p:cxnSp>
        <p:nvCxnSpPr>
          <p:cNvPr id="118" name="Straight Arrow Connector 15">
            <a:extLst>
              <a:ext uri="{FF2B5EF4-FFF2-40B4-BE49-F238E27FC236}">
                <a16:creationId xmlns:a16="http://schemas.microsoft.com/office/drawing/2014/main" id="{67E97723-D1EB-4FD7-B7BF-EEA73A8F4FC5}"/>
              </a:ext>
            </a:extLst>
          </p:cNvPr>
          <p:cNvCxnSpPr>
            <a:cxnSpLocks/>
            <a:stCxn id="12" idx="3"/>
            <a:endCxn id="117" idx="1"/>
          </p:cNvCxnSpPr>
          <p:nvPr/>
        </p:nvCxnSpPr>
        <p:spPr>
          <a:xfrm flipV="1">
            <a:off x="2403098" y="3518619"/>
            <a:ext cx="621321" cy="267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5">
            <a:extLst>
              <a:ext uri="{FF2B5EF4-FFF2-40B4-BE49-F238E27FC236}">
                <a16:creationId xmlns:a16="http://schemas.microsoft.com/office/drawing/2014/main" id="{DA594BA8-613B-47FD-B670-99EE09680319}"/>
              </a:ext>
            </a:extLst>
          </p:cNvPr>
          <p:cNvCxnSpPr>
            <a:cxnSpLocks/>
            <a:stCxn id="117" idx="3"/>
            <a:endCxn id="66" idx="1"/>
          </p:cNvCxnSpPr>
          <p:nvPr/>
        </p:nvCxnSpPr>
        <p:spPr>
          <a:xfrm>
            <a:off x="4590495" y="3518619"/>
            <a:ext cx="621321" cy="276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: Rounded Corners 10">
            <a:extLst>
              <a:ext uri="{FF2B5EF4-FFF2-40B4-BE49-F238E27FC236}">
                <a16:creationId xmlns:a16="http://schemas.microsoft.com/office/drawing/2014/main" id="{53C8E266-1470-4C9B-B7CD-90B4184335E5}"/>
              </a:ext>
            </a:extLst>
          </p:cNvPr>
          <p:cNvSpPr/>
          <p:nvPr/>
        </p:nvSpPr>
        <p:spPr>
          <a:xfrm>
            <a:off x="3016799" y="2780249"/>
            <a:ext cx="1566076" cy="4099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Escaneo Recut</a:t>
            </a:r>
          </a:p>
        </p:txBody>
      </p:sp>
      <p:cxnSp>
        <p:nvCxnSpPr>
          <p:cNvPr id="125" name="Straight Arrow Connector 15">
            <a:extLst>
              <a:ext uri="{FF2B5EF4-FFF2-40B4-BE49-F238E27FC236}">
                <a16:creationId xmlns:a16="http://schemas.microsoft.com/office/drawing/2014/main" id="{C1EF95CF-EA4E-4D42-B1B4-C13117A62292}"/>
              </a:ext>
            </a:extLst>
          </p:cNvPr>
          <p:cNvCxnSpPr>
            <a:cxnSpLocks/>
            <a:stCxn id="12" idx="3"/>
            <a:endCxn id="124" idx="1"/>
          </p:cNvCxnSpPr>
          <p:nvPr/>
        </p:nvCxnSpPr>
        <p:spPr>
          <a:xfrm flipV="1">
            <a:off x="2403098" y="2985219"/>
            <a:ext cx="613701" cy="800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: Rounded Corners 10">
            <a:extLst>
              <a:ext uri="{FF2B5EF4-FFF2-40B4-BE49-F238E27FC236}">
                <a16:creationId xmlns:a16="http://schemas.microsoft.com/office/drawing/2014/main" id="{9F373972-9137-4CDC-998A-C2757E4CF492}"/>
              </a:ext>
            </a:extLst>
          </p:cNvPr>
          <p:cNvSpPr/>
          <p:nvPr/>
        </p:nvSpPr>
        <p:spPr>
          <a:xfrm>
            <a:off x="3016799" y="2239229"/>
            <a:ext cx="1566076" cy="4099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Escaneo Skiving</a:t>
            </a:r>
          </a:p>
        </p:txBody>
      </p:sp>
      <p:cxnSp>
        <p:nvCxnSpPr>
          <p:cNvPr id="129" name="Straight Arrow Connector 15">
            <a:extLst>
              <a:ext uri="{FF2B5EF4-FFF2-40B4-BE49-F238E27FC236}">
                <a16:creationId xmlns:a16="http://schemas.microsoft.com/office/drawing/2014/main" id="{66F58266-B447-4B07-A74B-074190D1ECFD}"/>
              </a:ext>
            </a:extLst>
          </p:cNvPr>
          <p:cNvCxnSpPr>
            <a:cxnSpLocks/>
            <a:stCxn id="12" idx="3"/>
            <a:endCxn id="128" idx="1"/>
          </p:cNvCxnSpPr>
          <p:nvPr/>
        </p:nvCxnSpPr>
        <p:spPr>
          <a:xfrm flipV="1">
            <a:off x="2403098" y="2444199"/>
            <a:ext cx="613701" cy="1341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5">
            <a:extLst>
              <a:ext uri="{FF2B5EF4-FFF2-40B4-BE49-F238E27FC236}">
                <a16:creationId xmlns:a16="http://schemas.microsoft.com/office/drawing/2014/main" id="{C8E1A6F6-51D5-41EB-9001-FD39E6DE3091}"/>
              </a:ext>
            </a:extLst>
          </p:cNvPr>
          <p:cNvCxnSpPr>
            <a:cxnSpLocks/>
            <a:stCxn id="124" idx="3"/>
            <a:endCxn id="66" idx="1"/>
          </p:cNvCxnSpPr>
          <p:nvPr/>
        </p:nvCxnSpPr>
        <p:spPr>
          <a:xfrm>
            <a:off x="4582875" y="2985219"/>
            <a:ext cx="628941" cy="810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5">
            <a:extLst>
              <a:ext uri="{FF2B5EF4-FFF2-40B4-BE49-F238E27FC236}">
                <a16:creationId xmlns:a16="http://schemas.microsoft.com/office/drawing/2014/main" id="{D63A1549-F4C1-47DA-B5AD-9B852A8E2FE1}"/>
              </a:ext>
            </a:extLst>
          </p:cNvPr>
          <p:cNvCxnSpPr>
            <a:cxnSpLocks/>
            <a:stCxn id="128" idx="3"/>
            <a:endCxn id="66" idx="1"/>
          </p:cNvCxnSpPr>
          <p:nvPr/>
        </p:nvCxnSpPr>
        <p:spPr>
          <a:xfrm>
            <a:off x="4582875" y="2444199"/>
            <a:ext cx="628941" cy="1351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831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97</Words>
  <Application>Microsoft Office PowerPoint</Application>
  <PresentationFormat>Panorámica</PresentationFormat>
  <Paragraphs>16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Flujo de Ordenes</vt:lpstr>
      <vt:lpstr>Flujo de Ordenes/Kits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RFC 103986</dc:title>
  <dc:creator>Victor Chontal</dc:creator>
  <cp:lastModifiedBy>Francisco Esteban</cp:lastModifiedBy>
  <cp:revision>80</cp:revision>
  <cp:lastPrinted>2020-04-27T18:41:18Z</cp:lastPrinted>
  <dcterms:created xsi:type="dcterms:W3CDTF">2019-07-04T14:46:47Z</dcterms:created>
  <dcterms:modified xsi:type="dcterms:W3CDTF">2021-06-01T00:40:22Z</dcterms:modified>
</cp:coreProperties>
</file>