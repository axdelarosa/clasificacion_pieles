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344" r:id="rId2"/>
    <p:sldId id="409" r:id="rId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343" autoAdjust="0"/>
  </p:normalViewPr>
  <p:slideViewPr>
    <p:cSldViewPr>
      <p:cViewPr>
        <p:scale>
          <a:sx n="100" d="100"/>
          <a:sy n="100" d="100"/>
        </p:scale>
        <p:origin x="946" y="-22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17/05/2021 – 21/05/2021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 descr="Tabla&#10;&#10;Descripción generada automáticamente">
            <a:extLst>
              <a:ext uri="{FF2B5EF4-FFF2-40B4-BE49-F238E27FC236}">
                <a16:creationId xmlns:a16="http://schemas.microsoft.com/office/drawing/2014/main" id="{80F1DE32-1288-4DE9-8698-391401136C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760" y="976024"/>
            <a:ext cx="7980744" cy="5837351"/>
          </a:xfrm>
          <a:prstGeom prst="rect">
            <a:avLst/>
          </a:prstGeom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Seguimiento de Mesas/Ordenes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56A9A3C-0970-4F2C-B485-28ABB31663B6}"/>
              </a:ext>
            </a:extLst>
          </p:cNvPr>
          <p:cNvSpPr/>
          <p:nvPr/>
        </p:nvSpPr>
        <p:spPr>
          <a:xfrm>
            <a:off x="5407488" y="1268760"/>
            <a:ext cx="2608752" cy="5400600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4543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11310</TotalTime>
  <Words>8</Words>
  <Application>Microsoft Office PowerPoint</Application>
  <PresentationFormat>Presentación en pantalla (4:3)</PresentationFormat>
  <Paragraphs>2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Arial</vt:lpstr>
      <vt:lpstr>Calibri</vt:lpstr>
      <vt:lpstr>Century Gothic</vt:lpstr>
      <vt:lpstr>Office Theme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253</cp:revision>
  <dcterms:created xsi:type="dcterms:W3CDTF">2019-09-04T16:36:39Z</dcterms:created>
  <dcterms:modified xsi:type="dcterms:W3CDTF">2021-06-03T18:19:10Z</dcterms:modified>
</cp:coreProperties>
</file>