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344" r:id="rId2"/>
    <p:sldId id="409" r:id="rId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1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343" autoAdjust="0"/>
  </p:normalViewPr>
  <p:slideViewPr>
    <p:cSldViewPr>
      <p:cViewPr>
        <p:scale>
          <a:sx n="100" d="100"/>
          <a:sy n="100" d="100"/>
        </p:scale>
        <p:origin x="946" y="-55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7B1792-3256-4E77-8442-3E205CD69EF5}" type="datetimeFigureOut">
              <a:rPr lang="en-US" smtClean="0"/>
              <a:t>5/24/2021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A94EBC-6D71-45FE-903C-8A150E9C6E36}" type="slidenum">
              <a:rPr lang="en-US" smtClean="0"/>
              <a:t>‹Nº›</a:t>
            </a:fld>
            <a:endParaRPr lang="en-US"/>
          </a:p>
        </p:txBody>
      </p:sp>
    </p:spTree>
    <p:extLst>
      <p:ext uri="{BB962C8B-B14F-4D97-AF65-F5344CB8AC3E}">
        <p14:creationId xmlns:p14="http://schemas.microsoft.com/office/powerpoint/2010/main" val="395803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7558649-2619-44F9-8F30-2D6466E57529}"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1960711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558649-2619-44F9-8F30-2D6466E57529}"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1292607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558649-2619-44F9-8F30-2D6466E57529}"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3987656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7558649-2619-44F9-8F30-2D6466E57529}"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3255953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7558649-2619-44F9-8F30-2D6466E57529}" type="datetimeFigureOut">
              <a:rPr lang="en-US" smtClean="0"/>
              <a:t>5/24/2021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3100229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7558649-2619-44F9-8F30-2D6466E57529}" type="datetimeFigureOut">
              <a:rPr lang="en-US" smtClean="0"/>
              <a:t>5/24/2021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615265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558649-2619-44F9-8F30-2D6466E57529}" type="datetimeFigureOut">
              <a:rPr lang="en-US" smtClean="0"/>
              <a:t>5/24/2021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2608497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558649-2619-44F9-8F30-2D6466E57529}"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2884216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558649-2619-44F9-8F30-2D6466E57529}"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1897867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558649-2619-44F9-8F30-2D6466E57529}"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2810161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558649-2619-44F9-8F30-2D6466E57529}"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3145085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13000" r="-1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558649-2619-44F9-8F30-2D6466E57529}" type="datetimeFigureOut">
              <a:rPr lang="en-US" smtClean="0"/>
              <a:t>5/24/2021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22C82F-0308-4DBA-BE8F-4BAE5E1F79A6}" type="slidenum">
              <a:rPr lang="en-US" smtClean="0"/>
              <a:t>‹Nº›</a:t>
            </a:fld>
            <a:endParaRPr lang="en-US"/>
          </a:p>
        </p:txBody>
      </p:sp>
    </p:spTree>
    <p:extLst>
      <p:ext uri="{BB962C8B-B14F-4D97-AF65-F5344CB8AC3E}">
        <p14:creationId xmlns:p14="http://schemas.microsoft.com/office/powerpoint/2010/main" val="3380506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187624" y="2564904"/>
            <a:ext cx="7772400" cy="14700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MX" b="1" dirty="0">
                <a:latin typeface="Century Gothic" panose="020B0502020202020204" pitchFamily="34" charset="0"/>
              </a:rPr>
              <a:t>17/05/2021 – 21/05/2021</a:t>
            </a:r>
            <a:endParaRPr lang="es-MX" dirty="0">
              <a:latin typeface="Century Gothic" panose="020B0502020202020204" pitchFamily="34" charset="0"/>
            </a:endParaRPr>
          </a:p>
        </p:txBody>
      </p:sp>
    </p:spTree>
    <p:extLst>
      <p:ext uri="{BB962C8B-B14F-4D97-AF65-F5344CB8AC3E}">
        <p14:creationId xmlns:p14="http://schemas.microsoft.com/office/powerpoint/2010/main" val="1449075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087408" y="274638"/>
            <a:ext cx="7229008" cy="63408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Seguimiento de Mesas/Ordenes</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10" name="Rectangle 9"/>
          <p:cNvSpPr/>
          <p:nvPr/>
        </p:nvSpPr>
        <p:spPr>
          <a:xfrm>
            <a:off x="1115615" y="1054477"/>
            <a:ext cx="7920879" cy="1015663"/>
          </a:xfrm>
          <a:prstGeom prst="rect">
            <a:avLst/>
          </a:prstGeom>
        </p:spPr>
        <p:txBody>
          <a:bodyPr wrap="square">
            <a:spAutoFit/>
          </a:bodyPr>
          <a:lstStyle/>
          <a:p>
            <a:pPr>
              <a:buFont typeface="Arial" panose="020B0604020202020204" pitchFamily="34" charset="0"/>
              <a:buChar char="•"/>
            </a:pPr>
            <a:r>
              <a:rPr lang="es-ES" sz="1200" dirty="0">
                <a:solidFill>
                  <a:srgbClr val="222222"/>
                </a:solidFill>
                <a:latin typeface="Segoe UI" panose="020B0502040204020203" pitchFamily="34" charset="0"/>
              </a:rPr>
              <a:t>Se creo pantalla para estar monitoreando las ordenes abiertas de las diferentes mesas de producción esto con la finalidad de poder anticiparnos en el surtido de piel, los códigos de colores que aparecerán en el listado son </a:t>
            </a:r>
            <a:r>
              <a:rPr lang="es-ES" sz="1200" b="1" dirty="0">
                <a:solidFill>
                  <a:srgbClr val="222222"/>
                </a:solidFill>
                <a:latin typeface="Segoe UI" panose="020B0502040204020203" pitchFamily="34" charset="0"/>
              </a:rPr>
              <a:t>Rojo</a:t>
            </a:r>
            <a:r>
              <a:rPr lang="es-ES" sz="1200" dirty="0">
                <a:solidFill>
                  <a:srgbClr val="222222"/>
                </a:solidFill>
                <a:latin typeface="Segoe UI" panose="020B0502040204020203" pitchFamily="34" charset="0"/>
              </a:rPr>
              <a:t> (Cuando las pieles pendientes de cortar en la orden sea entre 0-2 y que el numero de patrones no se completen aun), </a:t>
            </a:r>
            <a:r>
              <a:rPr lang="es-ES" sz="1200" b="1" dirty="0">
                <a:solidFill>
                  <a:srgbClr val="222222"/>
                </a:solidFill>
                <a:latin typeface="Segoe UI" panose="020B0502040204020203" pitchFamily="34" charset="0"/>
              </a:rPr>
              <a:t>Amarillo</a:t>
            </a:r>
            <a:r>
              <a:rPr lang="es-ES" sz="1200" dirty="0">
                <a:solidFill>
                  <a:srgbClr val="222222"/>
                </a:solidFill>
                <a:latin typeface="Segoe UI" panose="020B0502040204020203" pitchFamily="34" charset="0"/>
              </a:rPr>
              <a:t> (Cuando las pieles pendientes de cortar en la orden sea entre 3-5 y que el numero de patrones no se completen aun) y </a:t>
            </a:r>
            <a:r>
              <a:rPr lang="es-ES" sz="1200" b="1" dirty="0">
                <a:solidFill>
                  <a:srgbClr val="222222"/>
                </a:solidFill>
                <a:latin typeface="Segoe UI" panose="020B0502040204020203" pitchFamily="34" charset="0"/>
              </a:rPr>
              <a:t>verde</a:t>
            </a:r>
            <a:r>
              <a:rPr lang="es-ES" sz="1200" dirty="0">
                <a:solidFill>
                  <a:srgbClr val="222222"/>
                </a:solidFill>
                <a:latin typeface="Segoe UI" panose="020B0502040204020203" pitchFamily="34" charset="0"/>
              </a:rPr>
              <a:t> (Cuando el numero de patrones estén </a:t>
            </a:r>
            <a:r>
              <a:rPr lang="es-ES" sz="1200">
                <a:solidFill>
                  <a:srgbClr val="222222"/>
                </a:solidFill>
                <a:latin typeface="Segoe UI" panose="020B0502040204020203" pitchFamily="34" charset="0"/>
              </a:rPr>
              <a:t>completos).</a:t>
            </a:r>
            <a:endParaRPr lang="es-ES" sz="1200" i="0" dirty="0">
              <a:solidFill>
                <a:srgbClr val="222222"/>
              </a:solidFill>
              <a:effectLst/>
              <a:latin typeface="Segoe UI" panose="020B0502040204020203" pitchFamily="34" charset="0"/>
            </a:endParaRPr>
          </a:p>
        </p:txBody>
      </p:sp>
      <p:pic>
        <p:nvPicPr>
          <p:cNvPr id="5" name="Imagen 4" descr="Interfaz de usuario gráfica, Tabla, Excel&#10;&#10;Descripción generada automáticamente">
            <a:extLst>
              <a:ext uri="{FF2B5EF4-FFF2-40B4-BE49-F238E27FC236}">
                <a16:creationId xmlns:a16="http://schemas.microsoft.com/office/drawing/2014/main" id="{07FB1721-A40B-4FB7-8EB1-1698EB10B2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14" y="2060848"/>
            <a:ext cx="8028385" cy="4680520"/>
          </a:xfrm>
          <a:prstGeom prst="rect">
            <a:avLst/>
          </a:prstGeom>
        </p:spPr>
      </p:pic>
      <p:sp>
        <p:nvSpPr>
          <p:cNvPr id="6" name="Rectángulo 5">
            <a:extLst>
              <a:ext uri="{FF2B5EF4-FFF2-40B4-BE49-F238E27FC236}">
                <a16:creationId xmlns:a16="http://schemas.microsoft.com/office/drawing/2014/main" id="{C56A9A3C-0970-4F2C-B485-28ABB31663B6}"/>
              </a:ext>
            </a:extLst>
          </p:cNvPr>
          <p:cNvSpPr/>
          <p:nvPr/>
        </p:nvSpPr>
        <p:spPr>
          <a:xfrm>
            <a:off x="5364088" y="2276872"/>
            <a:ext cx="2664296" cy="2952328"/>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54543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11302</TotalTime>
  <Words>107</Words>
  <Application>Microsoft Office PowerPoint</Application>
  <PresentationFormat>Presentación en pantalla (4:3)</PresentationFormat>
  <Paragraphs>3</Paragraphs>
  <Slides>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vt:i4>
      </vt:variant>
    </vt:vector>
  </HeadingPairs>
  <TitlesOfParts>
    <vt:vector size="7" baseType="lpstr">
      <vt:lpstr>Arial</vt:lpstr>
      <vt:lpstr>Calibri</vt:lpstr>
      <vt:lpstr>Century Gothic</vt:lpstr>
      <vt:lpstr>Segoe UI</vt:lpstr>
      <vt:lpstr>Office Theme</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AX DE LA ROSA</dc:creator>
  <cp:lastModifiedBy>Francisco Esteban</cp:lastModifiedBy>
  <cp:revision>251</cp:revision>
  <dcterms:created xsi:type="dcterms:W3CDTF">2019-09-04T16:36:39Z</dcterms:created>
  <dcterms:modified xsi:type="dcterms:W3CDTF">2021-05-24T14:06:26Z</dcterms:modified>
</cp:coreProperties>
</file>