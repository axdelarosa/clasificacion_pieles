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44" r:id="rId2"/>
    <p:sldId id="398" r:id="rId3"/>
    <p:sldId id="397" r:id="rId4"/>
    <p:sldId id="396" r:id="rId5"/>
    <p:sldId id="395" r:id="rId6"/>
    <p:sldId id="393" r:id="rId7"/>
    <p:sldId id="394" r:id="rId8"/>
    <p:sldId id="392" r:id="rId9"/>
    <p:sldId id="391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 varScale="1">
        <p:scale>
          <a:sx n="86" d="100"/>
          <a:sy n="86" d="100"/>
        </p:scale>
        <p:origin x="1354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10/29/2020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23/10/2020 – 29/10/2020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GERBER: Creación de ordenes para locaciones Gerber.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Cortes de Gerber, campo para visualizar el total de pieles cortadas del folio.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646C5972-5A8B-44FF-9F5E-5975202F06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015" y="1756646"/>
            <a:ext cx="7723473" cy="505673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DC5BC075-CDAB-4B0A-9E8A-182FD997847A}"/>
              </a:ext>
            </a:extLst>
          </p:cNvPr>
          <p:cNvSpPr/>
          <p:nvPr/>
        </p:nvSpPr>
        <p:spPr>
          <a:xfrm>
            <a:off x="4211960" y="3068960"/>
            <a:ext cx="1512168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263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04/09/2020 – 10/09/2020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6172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>
                <a:solidFill>
                  <a:srgbClr val="3F1900"/>
                </a:solidFill>
              </a:rPr>
              <a:t>Gerber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Cortes de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, dos botones Uno para agregar todas la pieles del folio a la tabla de corte y otro para quitar las pieles de la tabla de corte y se agrego al listado el orden en que se muestran las pieles.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" name="Picture 2" descr="C:\Users\Francisco Esteban\Documents\CLASIFICACION_PIELES\Scripts_R100_Materiales\CORTES_GERBER\imagenes\PANTALLA_CAPTURA_CORTE_v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844824"/>
            <a:ext cx="7378849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1619672" y="2060848"/>
            <a:ext cx="864096" cy="36004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763688" y="3356992"/>
            <a:ext cx="648072" cy="136815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29/08/2020 – 03/09/2020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233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>
                <a:solidFill>
                  <a:srgbClr val="3F1900"/>
                </a:solidFill>
              </a:rPr>
              <a:t>Gerber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Pantalla para mostrar/listar ordenes en locaciones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" name="Picture 2" descr="C:\Users\Francisco Esteban\Documents\CLASIFICACION_PIELES\Scripts_R100_Materiales\CORTES_GERBER\imagenes\liastado_ordenes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7" t="190" r="1073" b="1"/>
          <a:stretch/>
        </p:blipFill>
        <p:spPr bwMode="auto">
          <a:xfrm>
            <a:off x="1386840" y="1372132"/>
            <a:ext cx="7353300" cy="4937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740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>
                <a:solidFill>
                  <a:srgbClr val="3F1900"/>
                </a:solidFill>
              </a:rPr>
              <a:t>Gerber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Ficha para captura y alta de ordenes para locaciones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LASIFICACION_PIELES\Scripts_R100_Materiales\CORTES_GERBER\imagenes\ficha_captura_orde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431114"/>
            <a:ext cx="7560839" cy="5166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2217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21/08/2020 – 28/08/2020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127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>
                <a:solidFill>
                  <a:srgbClr val="3F1900"/>
                </a:solidFill>
              </a:rPr>
              <a:t>Gerber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Pantalla para captura el tamaño de la piel cortada en las locaciones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6" name="Picture 2" descr="C:\Users\Francisco Esteban\Documents\CLASIFICACION_PIELES\Scripts_R100_Materiales\CORTES_GERBER\imagenes\PANTALLA_CAPTURA_CORTE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4"/>
          <a:stretch/>
        </p:blipFill>
        <p:spPr bwMode="auto">
          <a:xfrm>
            <a:off x="1403648" y="1412776"/>
            <a:ext cx="7488832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6516216" y="2780928"/>
            <a:ext cx="720080" cy="324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98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11044</TotalTime>
  <Words>170</Words>
  <Application>Microsoft Office PowerPoint</Application>
  <PresentationFormat>Presentación en pantalla (4:3)</PresentationFormat>
  <Paragraphs>14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214</cp:revision>
  <dcterms:created xsi:type="dcterms:W3CDTF">2019-09-04T16:36:39Z</dcterms:created>
  <dcterms:modified xsi:type="dcterms:W3CDTF">2020-10-29T19:04:20Z</dcterms:modified>
</cp:coreProperties>
</file>