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7"/>
  </p:notesMasterIdLst>
  <p:sldIdLst>
    <p:sldId id="344" r:id="rId2"/>
    <p:sldId id="393" r:id="rId3"/>
    <p:sldId id="394" r:id="rId4"/>
    <p:sldId id="392" r:id="rId5"/>
    <p:sldId id="391" r:id="rId6"/>
  </p:sldIdLst>
  <p:sldSz cx="9144000" cy="6858000" type="screen4x3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=""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F19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=""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20"/>
    <p:restoredTop sz="94343" autoAdjust="0"/>
  </p:normalViewPr>
  <p:slideViewPr>
    <p:cSldViewPr>
      <p:cViewPr>
        <p:scale>
          <a:sx n="100" d="100"/>
          <a:sy n="100" d="100"/>
        </p:scale>
        <p:origin x="-946" y="-2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17B1792-3256-4E77-8442-3E205CD69EF5}" type="datetimeFigureOut">
              <a:rPr lang="en-US" smtClean="0"/>
              <a:t>9/3/2020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2A94EBC-6D71-45FE-903C-8A150E9C6E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8030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558649-2619-44F9-8F30-2D6466E57529}" type="datetimeFigureOut">
              <a:rPr lang="en-US" smtClean="0"/>
              <a:t>9/3/2020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22C82F-0308-4DBA-BE8F-4BAE5E1F79A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071110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558649-2619-44F9-8F30-2D6466E57529}" type="datetimeFigureOut">
              <a:rPr lang="en-US" smtClean="0"/>
              <a:t>9/3/2020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22C82F-0308-4DBA-BE8F-4BAE5E1F79A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260744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558649-2619-44F9-8F30-2D6466E57529}" type="datetimeFigureOut">
              <a:rPr lang="en-US" smtClean="0"/>
              <a:t>9/3/2020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22C82F-0308-4DBA-BE8F-4BAE5E1F79A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76566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558649-2619-44F9-8F30-2D6466E57529}" type="datetimeFigureOut">
              <a:rPr lang="en-US" smtClean="0"/>
              <a:t>9/3/2020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22C82F-0308-4DBA-BE8F-4BAE5E1F79A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595308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558649-2619-44F9-8F30-2D6466E57529}" type="datetimeFigureOut">
              <a:rPr lang="en-US" smtClean="0"/>
              <a:t>9/3/2020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22C82F-0308-4DBA-BE8F-4BAE5E1F79A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022925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558649-2619-44F9-8F30-2D6466E57529}" type="datetimeFigureOut">
              <a:rPr lang="en-US" smtClean="0"/>
              <a:t>9/3/2020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22C82F-0308-4DBA-BE8F-4BAE5E1F79A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526598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558649-2619-44F9-8F30-2D6466E57529}" type="datetimeFigureOut">
              <a:rPr lang="en-US" smtClean="0"/>
              <a:t>9/3/2020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22C82F-0308-4DBA-BE8F-4BAE5E1F79A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849782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558649-2619-44F9-8F30-2D6466E57529}" type="datetimeFigureOut">
              <a:rPr lang="en-US" smtClean="0"/>
              <a:t>9/3/2020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22C82F-0308-4DBA-BE8F-4BAE5E1F79A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421629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558649-2619-44F9-8F30-2D6466E57529}" type="datetimeFigureOut">
              <a:rPr lang="en-US" smtClean="0"/>
              <a:t>9/3/2020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22C82F-0308-4DBA-BE8F-4BAE5E1F79A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9786770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558649-2619-44F9-8F30-2D6466E57529}" type="datetimeFigureOut">
              <a:rPr lang="en-US" smtClean="0"/>
              <a:t>9/3/2020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22C82F-0308-4DBA-BE8F-4BAE5E1F79A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016195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558649-2619-44F9-8F30-2D6466E57529}" type="datetimeFigureOut">
              <a:rPr lang="en-US" smtClean="0"/>
              <a:t>9/3/2020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22C82F-0308-4DBA-BE8F-4BAE5E1F79A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508528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3">
            <a:lum/>
          </a:blip>
          <a:srcRect/>
          <a:stretch>
            <a:fillRect l="-13000" r="-13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7558649-2619-44F9-8F30-2D6466E57529}" type="datetimeFigureOut">
              <a:rPr lang="en-US" smtClean="0"/>
              <a:t>9/3/2020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B22C82F-0308-4DBA-BE8F-4BAE5E1F79A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05061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/>
          <p:cNvSpPr txBox="1">
            <a:spLocks/>
          </p:cNvSpPr>
          <p:nvPr/>
        </p:nvSpPr>
        <p:spPr>
          <a:xfrm>
            <a:off x="1187624" y="2564904"/>
            <a:ext cx="7772400" cy="14700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MX" b="1" dirty="0" smtClean="0">
                <a:latin typeface="Century Gothic" panose="020B0502020202020204" pitchFamily="34" charset="0"/>
              </a:rPr>
              <a:t>2</a:t>
            </a:r>
            <a:r>
              <a:rPr lang="es-MX" b="1" dirty="0" smtClean="0">
                <a:latin typeface="Century Gothic" panose="020B0502020202020204" pitchFamily="34" charset="0"/>
              </a:rPr>
              <a:t>9</a:t>
            </a:r>
            <a:r>
              <a:rPr lang="es-MX" b="1" dirty="0" smtClean="0">
                <a:latin typeface="Century Gothic" panose="020B0502020202020204" pitchFamily="34" charset="0"/>
              </a:rPr>
              <a:t>/08/2020 </a:t>
            </a:r>
            <a:r>
              <a:rPr lang="es-MX" b="1" dirty="0" smtClean="0">
                <a:latin typeface="Century Gothic" panose="020B0502020202020204" pitchFamily="34" charset="0"/>
              </a:rPr>
              <a:t>– </a:t>
            </a:r>
            <a:r>
              <a:rPr lang="es-MX" b="1" dirty="0" smtClean="0">
                <a:latin typeface="Century Gothic" panose="020B0502020202020204" pitchFamily="34" charset="0"/>
              </a:rPr>
              <a:t>03</a:t>
            </a:r>
            <a:r>
              <a:rPr lang="es-MX" b="1" dirty="0" smtClean="0">
                <a:latin typeface="Century Gothic" panose="020B0502020202020204" pitchFamily="34" charset="0"/>
              </a:rPr>
              <a:t>/09/2020</a:t>
            </a:r>
            <a:endParaRPr lang="es-MX" dirty="0">
              <a:latin typeface="Century Gothic" panose="020B0502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4907576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/>
          <p:cNvSpPr txBox="1">
            <a:spLocks/>
          </p:cNvSpPr>
          <p:nvPr/>
        </p:nvSpPr>
        <p:spPr>
          <a:xfrm>
            <a:off x="1087408" y="274638"/>
            <a:ext cx="7229008" cy="634082"/>
          </a:xfrm>
          <a:prstGeom prst="rect">
            <a:avLst/>
          </a:prstGeom>
        </p:spPr>
        <p:txBody>
          <a:bodyPr/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s-ES" sz="2000" dirty="0" smtClean="0">
                <a:solidFill>
                  <a:srgbClr val="3F1900"/>
                </a:solidFill>
              </a:rPr>
              <a:t>GERBER: Creación de ordenes para locaciones </a:t>
            </a:r>
            <a:r>
              <a:rPr lang="es-ES" sz="2000" dirty="0" err="1" smtClean="0">
                <a:solidFill>
                  <a:srgbClr val="3F1900"/>
                </a:solidFill>
              </a:rPr>
              <a:t>Gerber</a:t>
            </a:r>
            <a:r>
              <a:rPr lang="es-ES" sz="2000" dirty="0" smtClean="0">
                <a:solidFill>
                  <a:srgbClr val="3F1900"/>
                </a:solidFill>
              </a:rPr>
              <a:t>.</a:t>
            </a:r>
            <a:endParaRPr lang="en-US" sz="2000" dirty="0">
              <a:solidFill>
                <a:srgbClr val="3F1900"/>
              </a:solidFill>
            </a:endParaRPr>
          </a:p>
        </p:txBody>
      </p:sp>
      <p:sp>
        <p:nvSpPr>
          <p:cNvPr id="4" name="Content Placeholder 3"/>
          <p:cNvSpPr txBox="1">
            <a:spLocks/>
          </p:cNvSpPr>
          <p:nvPr/>
        </p:nvSpPr>
        <p:spPr>
          <a:xfrm>
            <a:off x="1331640" y="1196753"/>
            <a:ext cx="7488832" cy="5137780"/>
          </a:xfrm>
          <a:prstGeom prst="rect">
            <a:avLst/>
          </a:prstGeom>
        </p:spPr>
        <p:txBody>
          <a:bodyPr>
            <a:normAutofit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just">
              <a:buFont typeface="Arial" panose="020B0604020202020204" pitchFamily="34" charset="0"/>
              <a:buNone/>
            </a:pPr>
            <a:endParaRPr lang="en-US" sz="2000" i="1"/>
          </a:p>
        </p:txBody>
      </p:sp>
      <p:sp>
        <p:nvSpPr>
          <p:cNvPr id="10" name="Rectangle 9"/>
          <p:cNvSpPr/>
          <p:nvPr/>
        </p:nvSpPr>
        <p:spPr>
          <a:xfrm>
            <a:off x="1331640" y="1095133"/>
            <a:ext cx="7632848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s-ES" sz="1200" b="0" i="0" dirty="0" smtClean="0">
                <a:solidFill>
                  <a:srgbClr val="222222"/>
                </a:solidFill>
                <a:effectLst/>
                <a:latin typeface="Segoe UI" panose="020B0502040204020203" pitchFamily="34" charset="0"/>
              </a:rPr>
              <a:t> Se </a:t>
            </a:r>
            <a:r>
              <a:rPr lang="es-ES" sz="1200" dirty="0" smtClean="0">
                <a:solidFill>
                  <a:srgbClr val="222222"/>
                </a:solidFill>
                <a:latin typeface="Segoe UI" panose="020B0502040204020203" pitchFamily="34" charset="0"/>
              </a:rPr>
              <a:t>creo Pantalla para </a:t>
            </a:r>
            <a:r>
              <a:rPr lang="es-ES" sz="1200" dirty="0" smtClean="0">
                <a:solidFill>
                  <a:srgbClr val="222222"/>
                </a:solidFill>
                <a:latin typeface="Segoe UI" panose="020B0502040204020203" pitchFamily="34" charset="0"/>
              </a:rPr>
              <a:t>mostrar/listar ordenes en locacion</a:t>
            </a:r>
            <a:r>
              <a:rPr lang="es-ES" sz="1200" dirty="0" smtClean="0">
                <a:solidFill>
                  <a:srgbClr val="222222"/>
                </a:solidFill>
                <a:latin typeface="Segoe UI" panose="020B0502040204020203" pitchFamily="34" charset="0"/>
              </a:rPr>
              <a:t>es </a:t>
            </a:r>
            <a:r>
              <a:rPr lang="es-ES" sz="1200" dirty="0" err="1" smtClean="0">
                <a:solidFill>
                  <a:srgbClr val="222222"/>
                </a:solidFill>
                <a:latin typeface="Segoe UI" panose="020B0502040204020203" pitchFamily="34" charset="0"/>
              </a:rPr>
              <a:t>Gerber</a:t>
            </a:r>
            <a:r>
              <a:rPr lang="es-ES" sz="1200" dirty="0" smtClean="0">
                <a:solidFill>
                  <a:srgbClr val="222222"/>
                </a:solidFill>
                <a:latin typeface="Segoe UI" panose="020B0502040204020203" pitchFamily="34" charset="0"/>
              </a:rPr>
              <a:t>.</a:t>
            </a:r>
            <a:endParaRPr lang="es-ES" sz="1200" b="0" i="0" dirty="0">
              <a:solidFill>
                <a:srgbClr val="222222"/>
              </a:solidFill>
              <a:effectLst/>
              <a:latin typeface="Segoe UI" panose="020B0502040204020203" pitchFamily="34" charset="0"/>
            </a:endParaRPr>
          </a:p>
        </p:txBody>
      </p:sp>
      <p:pic>
        <p:nvPicPr>
          <p:cNvPr id="2" name="Picture 2" descr="C:\Users\Francisco Esteban\Documents\CLASIFICACION_PIELES\Scripts_R100_Materiales\CORTES_GERBER\imagenes\liastado_ordenes.png"/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37" t="190" r="1073" b="1"/>
          <a:stretch/>
        </p:blipFill>
        <p:spPr bwMode="auto">
          <a:xfrm>
            <a:off x="1386840" y="1372132"/>
            <a:ext cx="7353300" cy="49371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81740657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/>
          <p:cNvSpPr txBox="1">
            <a:spLocks/>
          </p:cNvSpPr>
          <p:nvPr/>
        </p:nvSpPr>
        <p:spPr>
          <a:xfrm>
            <a:off x="1087408" y="274638"/>
            <a:ext cx="7229008" cy="634082"/>
          </a:xfrm>
          <a:prstGeom prst="rect">
            <a:avLst/>
          </a:prstGeom>
        </p:spPr>
        <p:txBody>
          <a:bodyPr/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s-ES" sz="2000" dirty="0" smtClean="0">
                <a:solidFill>
                  <a:srgbClr val="3F1900"/>
                </a:solidFill>
              </a:rPr>
              <a:t>GERBER: Creación de ordenes para locaciones </a:t>
            </a:r>
            <a:r>
              <a:rPr lang="es-ES" sz="2000" dirty="0" err="1" smtClean="0">
                <a:solidFill>
                  <a:srgbClr val="3F1900"/>
                </a:solidFill>
              </a:rPr>
              <a:t>Gerber</a:t>
            </a:r>
            <a:r>
              <a:rPr lang="es-ES" sz="2000" dirty="0" smtClean="0">
                <a:solidFill>
                  <a:srgbClr val="3F1900"/>
                </a:solidFill>
              </a:rPr>
              <a:t>.</a:t>
            </a:r>
            <a:endParaRPr lang="en-US" sz="2000" dirty="0">
              <a:solidFill>
                <a:srgbClr val="3F1900"/>
              </a:solidFill>
            </a:endParaRPr>
          </a:p>
        </p:txBody>
      </p:sp>
      <p:sp>
        <p:nvSpPr>
          <p:cNvPr id="4" name="Content Placeholder 3"/>
          <p:cNvSpPr txBox="1">
            <a:spLocks/>
          </p:cNvSpPr>
          <p:nvPr/>
        </p:nvSpPr>
        <p:spPr>
          <a:xfrm>
            <a:off x="1331640" y="1196753"/>
            <a:ext cx="7488832" cy="5137780"/>
          </a:xfrm>
          <a:prstGeom prst="rect">
            <a:avLst/>
          </a:prstGeom>
        </p:spPr>
        <p:txBody>
          <a:bodyPr>
            <a:normAutofit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just">
              <a:buFont typeface="Arial" panose="020B0604020202020204" pitchFamily="34" charset="0"/>
              <a:buNone/>
            </a:pPr>
            <a:endParaRPr lang="en-US" sz="2000" i="1"/>
          </a:p>
        </p:txBody>
      </p:sp>
      <p:sp>
        <p:nvSpPr>
          <p:cNvPr id="10" name="Rectangle 9"/>
          <p:cNvSpPr/>
          <p:nvPr/>
        </p:nvSpPr>
        <p:spPr>
          <a:xfrm>
            <a:off x="1331640" y="1095133"/>
            <a:ext cx="7632848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s-ES" sz="1200" b="0" i="0" dirty="0" smtClean="0">
                <a:solidFill>
                  <a:srgbClr val="222222"/>
                </a:solidFill>
                <a:effectLst/>
                <a:latin typeface="Segoe UI" panose="020B0502040204020203" pitchFamily="34" charset="0"/>
              </a:rPr>
              <a:t> Se </a:t>
            </a:r>
            <a:r>
              <a:rPr lang="es-ES" sz="1200" dirty="0" smtClean="0">
                <a:solidFill>
                  <a:srgbClr val="222222"/>
                </a:solidFill>
                <a:latin typeface="Segoe UI" panose="020B0502040204020203" pitchFamily="34" charset="0"/>
              </a:rPr>
              <a:t>creo </a:t>
            </a:r>
            <a:r>
              <a:rPr lang="es-ES" sz="1200" dirty="0" smtClean="0">
                <a:solidFill>
                  <a:srgbClr val="222222"/>
                </a:solidFill>
                <a:latin typeface="Segoe UI" panose="020B0502040204020203" pitchFamily="34" charset="0"/>
              </a:rPr>
              <a:t>Ficha </a:t>
            </a:r>
            <a:r>
              <a:rPr lang="es-ES" sz="1200" dirty="0" smtClean="0">
                <a:solidFill>
                  <a:srgbClr val="222222"/>
                </a:solidFill>
                <a:latin typeface="Segoe UI" panose="020B0502040204020203" pitchFamily="34" charset="0"/>
              </a:rPr>
              <a:t>para captura y alta de ordenes para locaciones </a:t>
            </a:r>
            <a:r>
              <a:rPr lang="es-ES" sz="1200" dirty="0" err="1" smtClean="0">
                <a:solidFill>
                  <a:srgbClr val="222222"/>
                </a:solidFill>
                <a:latin typeface="Segoe UI" panose="020B0502040204020203" pitchFamily="34" charset="0"/>
              </a:rPr>
              <a:t>Gerber</a:t>
            </a:r>
            <a:r>
              <a:rPr lang="es-ES" sz="1200" dirty="0" smtClean="0">
                <a:solidFill>
                  <a:srgbClr val="222222"/>
                </a:solidFill>
                <a:latin typeface="Segoe UI" panose="020B0502040204020203" pitchFamily="34" charset="0"/>
              </a:rPr>
              <a:t>.</a:t>
            </a:r>
            <a:endParaRPr lang="es-ES" sz="1200" b="0" i="0" dirty="0">
              <a:solidFill>
                <a:srgbClr val="222222"/>
              </a:solidFill>
              <a:effectLst/>
              <a:latin typeface="Segoe UI" panose="020B0502040204020203" pitchFamily="34" charset="0"/>
            </a:endParaRPr>
          </a:p>
        </p:txBody>
      </p:sp>
      <p:pic>
        <p:nvPicPr>
          <p:cNvPr id="2050" name="Picture 2" descr="C:\Users\Francisco Esteban\Documents\CLASIFICACION_PIELES\Scripts_R100_Materiales\CORTES_GERBER\imagenes\ficha_captura_orden.pn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03648" y="1431114"/>
            <a:ext cx="7560839" cy="51662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22221712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/>
          <p:cNvSpPr txBox="1">
            <a:spLocks/>
          </p:cNvSpPr>
          <p:nvPr/>
        </p:nvSpPr>
        <p:spPr>
          <a:xfrm>
            <a:off x="1187624" y="2564904"/>
            <a:ext cx="7772400" cy="14700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MX" b="1" dirty="0">
                <a:latin typeface="Century Gothic" panose="020B0502020202020204" pitchFamily="34" charset="0"/>
              </a:rPr>
              <a:t>2</a:t>
            </a:r>
            <a:r>
              <a:rPr lang="es-MX" b="1" dirty="0" smtClean="0">
                <a:latin typeface="Century Gothic" panose="020B0502020202020204" pitchFamily="34" charset="0"/>
              </a:rPr>
              <a:t>1/08/2020 – 28/08/2020</a:t>
            </a:r>
            <a:endParaRPr lang="es-MX" dirty="0">
              <a:latin typeface="Century Gothic" panose="020B0502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7312739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/>
          <p:cNvSpPr txBox="1">
            <a:spLocks/>
          </p:cNvSpPr>
          <p:nvPr/>
        </p:nvSpPr>
        <p:spPr>
          <a:xfrm>
            <a:off x="1087408" y="274638"/>
            <a:ext cx="7229008" cy="634082"/>
          </a:xfrm>
          <a:prstGeom prst="rect">
            <a:avLst/>
          </a:prstGeom>
        </p:spPr>
        <p:txBody>
          <a:bodyPr/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s-ES" sz="2000" dirty="0">
                <a:solidFill>
                  <a:srgbClr val="3F1900"/>
                </a:solidFill>
              </a:rPr>
              <a:t>GERBER: Creación de ordenes para locaciones </a:t>
            </a:r>
            <a:r>
              <a:rPr lang="es-ES" sz="2000" dirty="0" err="1" smtClean="0">
                <a:solidFill>
                  <a:srgbClr val="3F1900"/>
                </a:solidFill>
              </a:rPr>
              <a:t>Gerber</a:t>
            </a:r>
            <a:r>
              <a:rPr lang="es-ES" sz="2000" dirty="0" smtClean="0">
                <a:solidFill>
                  <a:srgbClr val="3F1900"/>
                </a:solidFill>
              </a:rPr>
              <a:t>.</a:t>
            </a:r>
            <a:endParaRPr lang="en-US" sz="2000" dirty="0">
              <a:solidFill>
                <a:srgbClr val="3F1900"/>
              </a:solidFill>
            </a:endParaRPr>
          </a:p>
        </p:txBody>
      </p:sp>
      <p:sp>
        <p:nvSpPr>
          <p:cNvPr id="4" name="Content Placeholder 3"/>
          <p:cNvSpPr txBox="1">
            <a:spLocks/>
          </p:cNvSpPr>
          <p:nvPr/>
        </p:nvSpPr>
        <p:spPr>
          <a:xfrm>
            <a:off x="1331640" y="1196753"/>
            <a:ext cx="7488832" cy="5137780"/>
          </a:xfrm>
          <a:prstGeom prst="rect">
            <a:avLst/>
          </a:prstGeom>
        </p:spPr>
        <p:txBody>
          <a:bodyPr>
            <a:normAutofit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just">
              <a:buFont typeface="Arial" panose="020B0604020202020204" pitchFamily="34" charset="0"/>
              <a:buNone/>
            </a:pPr>
            <a:endParaRPr lang="en-US" sz="2000" i="1"/>
          </a:p>
        </p:txBody>
      </p:sp>
      <p:sp>
        <p:nvSpPr>
          <p:cNvPr id="10" name="Rectangle 9"/>
          <p:cNvSpPr/>
          <p:nvPr/>
        </p:nvSpPr>
        <p:spPr>
          <a:xfrm>
            <a:off x="1331640" y="1095133"/>
            <a:ext cx="7632848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s-ES" sz="1200" b="0" i="0" dirty="0" smtClean="0">
                <a:solidFill>
                  <a:srgbClr val="222222"/>
                </a:solidFill>
                <a:effectLst/>
                <a:latin typeface="Segoe UI" panose="020B0502040204020203" pitchFamily="34" charset="0"/>
              </a:rPr>
              <a:t> Se </a:t>
            </a:r>
            <a:r>
              <a:rPr lang="es-ES" sz="1200" dirty="0" smtClean="0">
                <a:solidFill>
                  <a:srgbClr val="222222"/>
                </a:solidFill>
                <a:latin typeface="Segoe UI" panose="020B0502040204020203" pitchFamily="34" charset="0"/>
              </a:rPr>
              <a:t>creo Pantalla para captura el tamaño de la piel cortada en las locaciones </a:t>
            </a:r>
            <a:r>
              <a:rPr lang="es-ES" sz="1200" dirty="0" err="1" smtClean="0">
                <a:solidFill>
                  <a:srgbClr val="222222"/>
                </a:solidFill>
                <a:latin typeface="Segoe UI" panose="020B0502040204020203" pitchFamily="34" charset="0"/>
              </a:rPr>
              <a:t>Gerber</a:t>
            </a:r>
            <a:r>
              <a:rPr lang="es-ES" sz="1200" dirty="0" smtClean="0">
                <a:solidFill>
                  <a:srgbClr val="222222"/>
                </a:solidFill>
                <a:latin typeface="Segoe UI" panose="020B0502040204020203" pitchFamily="34" charset="0"/>
              </a:rPr>
              <a:t>.</a:t>
            </a:r>
            <a:endParaRPr lang="es-ES" sz="1200" b="0" i="0" dirty="0">
              <a:solidFill>
                <a:srgbClr val="222222"/>
              </a:solidFill>
              <a:effectLst/>
              <a:latin typeface="Segoe UI" panose="020B0502040204020203" pitchFamily="34" charset="0"/>
            </a:endParaRPr>
          </a:p>
        </p:txBody>
      </p:sp>
      <p:pic>
        <p:nvPicPr>
          <p:cNvPr id="1026" name="Picture 2" descr="C:\Users\Francisco Esteban\Documents\CLASIFICACION_PIELES\Scripts_R100_Materiales\CORTES_GERBER\imagenes\PANTALLA_CAPTURA_CORTE.png"/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264"/>
          <a:stretch/>
        </p:blipFill>
        <p:spPr bwMode="auto">
          <a:xfrm>
            <a:off x="1403648" y="1412776"/>
            <a:ext cx="7488832" cy="51845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Rectangle 2"/>
          <p:cNvSpPr/>
          <p:nvPr/>
        </p:nvSpPr>
        <p:spPr>
          <a:xfrm>
            <a:off x="6516216" y="2780928"/>
            <a:ext cx="720080" cy="324036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6639861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=""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11029</TotalTime>
  <Words>75</Words>
  <Application>Microsoft Office PowerPoint</Application>
  <PresentationFormat>On-screen Show (4:3)</PresentationFormat>
  <Paragraphs>8</Paragraphs>
  <Slides>5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6" baseType="lpstr"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AX DE LA ROSA</dc:creator>
  <cp:lastModifiedBy>Francisco Esteban</cp:lastModifiedBy>
  <cp:revision>211</cp:revision>
  <dcterms:created xsi:type="dcterms:W3CDTF">2019-09-04T16:36:39Z</dcterms:created>
  <dcterms:modified xsi:type="dcterms:W3CDTF">2020-09-03T15:01:52Z</dcterms:modified>
</cp:coreProperties>
</file>