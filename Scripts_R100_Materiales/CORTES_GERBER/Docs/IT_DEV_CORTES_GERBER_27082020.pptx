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344" r:id="rId2"/>
    <p:sldId id="391" r:id="rId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343" autoAdjust="0"/>
  </p:normalViewPr>
  <p:slideViewPr>
    <p:cSldViewPr>
      <p:cViewPr>
        <p:scale>
          <a:sx n="100" d="100"/>
          <a:sy n="100" d="100"/>
        </p:scale>
        <p:origin x="-946" y="4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8/27/2020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</a:t>
            </a:r>
            <a:r>
              <a:rPr lang="es-MX" b="1" dirty="0" smtClean="0">
                <a:latin typeface="Century Gothic" panose="020B0502020202020204" pitchFamily="34" charset="0"/>
              </a:rPr>
              <a:t>1/08/2020 </a:t>
            </a:r>
            <a:r>
              <a:rPr lang="es-MX" b="1" dirty="0" smtClean="0">
                <a:latin typeface="Century Gothic" panose="020B0502020202020204" pitchFamily="34" charset="0"/>
              </a:rPr>
              <a:t>– </a:t>
            </a:r>
            <a:r>
              <a:rPr lang="es-MX" b="1" dirty="0" smtClean="0">
                <a:latin typeface="Century Gothic" panose="020B0502020202020204" pitchFamily="34" charset="0"/>
              </a:rPr>
              <a:t>28</a:t>
            </a:r>
            <a:r>
              <a:rPr lang="es-MX" b="1" dirty="0" smtClean="0">
                <a:latin typeface="Century Gothic" panose="020B0502020202020204" pitchFamily="34" charset="0"/>
              </a:rPr>
              <a:t>/08/2020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75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 smtClean="0">
                <a:solidFill>
                  <a:srgbClr val="3F1900"/>
                </a:solidFill>
              </a:rPr>
              <a:t>FRMLOTS: Migración de Proceso </a:t>
            </a:r>
            <a:r>
              <a:rPr lang="es-ES" sz="2000" dirty="0" err="1">
                <a:solidFill>
                  <a:srgbClr val="3F1900"/>
                </a:solidFill>
              </a:rPr>
              <a:t>GetData</a:t>
            </a:r>
            <a:r>
              <a:rPr lang="es-ES" sz="2000" dirty="0" smtClean="0">
                <a:solidFill>
                  <a:srgbClr val="3F1900"/>
                </a:solidFill>
              </a:rPr>
              <a:t>() de VB a SQL.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 smtClean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creo Pantalla para captura el tamaño de la piel cortada en las locaciones </a:t>
            </a:r>
            <a:r>
              <a:rPr lang="es-ES" sz="1200" dirty="0" err="1" smtClean="0">
                <a:solidFill>
                  <a:srgbClr val="222222"/>
                </a:solidFill>
                <a:latin typeface="Segoe UI" panose="020B0502040204020203" pitchFamily="34" charset="0"/>
              </a:rPr>
              <a:t>Gerber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026" name="Picture 2" descr="C:\Users\Francisco Esteban\Documents\CLASIFICACION_PIELES\Scripts_R100_Materiales\CORTES_GERBER\imagenes\PANTALLA_CAPTURA_CORTE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64"/>
          <a:stretch/>
        </p:blipFill>
        <p:spPr bwMode="auto">
          <a:xfrm>
            <a:off x="1403648" y="1412776"/>
            <a:ext cx="7488832" cy="5184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6516216" y="2780928"/>
            <a:ext cx="720080" cy="324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398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11019</TotalTime>
  <Words>32</Words>
  <Application>Microsoft Office PowerPoint</Application>
  <PresentationFormat>On-screen Show (4:3)</PresentationFormat>
  <Paragraphs>3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210</cp:revision>
  <dcterms:created xsi:type="dcterms:W3CDTF">2019-09-04T16:36:39Z</dcterms:created>
  <dcterms:modified xsi:type="dcterms:W3CDTF">2020-08-27T16:37:53Z</dcterms:modified>
</cp:coreProperties>
</file>