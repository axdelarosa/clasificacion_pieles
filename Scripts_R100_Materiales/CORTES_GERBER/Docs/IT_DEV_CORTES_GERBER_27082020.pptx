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44" r:id="rId2"/>
    <p:sldId id="396" r:id="rId3"/>
    <p:sldId id="395" r:id="rId4"/>
    <p:sldId id="393" r:id="rId5"/>
    <p:sldId id="394" r:id="rId6"/>
    <p:sldId id="392" r:id="rId7"/>
    <p:sldId id="3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43" autoAdjust="0"/>
  </p:normalViewPr>
  <p:slideViewPr>
    <p:cSldViewPr>
      <p:cViewPr>
        <p:scale>
          <a:sx n="100" d="100"/>
          <a:sy n="100" d="100"/>
        </p:scale>
        <p:origin x="-1109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04</a:t>
            </a:r>
            <a:r>
              <a:rPr lang="es-MX" b="1" dirty="0" smtClean="0">
                <a:latin typeface="Century Gothic" panose="020B0502020202020204" pitchFamily="34" charset="0"/>
              </a:rPr>
              <a:t>/09/2020 </a:t>
            </a:r>
            <a:r>
              <a:rPr lang="es-MX" b="1" dirty="0" smtClean="0">
                <a:latin typeface="Century Gothic" panose="020B0502020202020204" pitchFamily="34" charset="0"/>
              </a:rPr>
              <a:t>– </a:t>
            </a:r>
            <a:r>
              <a:rPr lang="es-MX" b="1" dirty="0" smtClean="0">
                <a:latin typeface="Century Gothic" panose="020B0502020202020204" pitchFamily="34" charset="0"/>
              </a:rPr>
              <a:t>10</a:t>
            </a:r>
            <a:r>
              <a:rPr lang="es-MX" b="1" dirty="0" smtClean="0">
                <a:latin typeface="Century Gothic" panose="020B0502020202020204" pitchFamily="34" charset="0"/>
              </a:rPr>
              <a:t>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GERBER: Creación de ordenes para locaciones </a:t>
            </a:r>
            <a:r>
              <a:rPr lang="es-ES" sz="2000" dirty="0" err="1" smtClean="0">
                <a:solidFill>
                  <a:srgbClr val="3F1900"/>
                </a:solidFill>
              </a:rPr>
              <a:t>Gerber</a:t>
            </a:r>
            <a:r>
              <a:rPr lang="es-ES" sz="2000" dirty="0" smtClean="0">
                <a:solidFill>
                  <a:srgbClr val="3F1900"/>
                </a:solidFill>
              </a:rPr>
              <a:t>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agrego a Pantalla Cortes de </a:t>
            </a:r>
            <a:r>
              <a:rPr lang="es-ES" sz="1200" dirty="0" err="1" smtClean="0">
                <a:solidFill>
                  <a:srgbClr val="222222"/>
                </a:solidFill>
                <a:latin typeface="Segoe UI" panose="020B0502040204020203" pitchFamily="34" charset="0"/>
              </a:rPr>
              <a:t>Gerber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, dos botones Uno para agregar todas la pieles del folio a la tabla de corte y otro para quitar las pieles de la tabla de corte y se agrego al listado el orden en que se muestran las pieles.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" name="Picture 2" descr="C:\Users\Francisco Esteban\Documents\CLASIFICACION_PIELES\Scripts_R100_Materiales\CORTES_GERBER\imagenes\PANTALLA_CAPTURA_CORTE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7378849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19672" y="2060848"/>
            <a:ext cx="864096" cy="3600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63688" y="3356992"/>
            <a:ext cx="648072" cy="13681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6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29/08/2020 – 03/09/2020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23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GERBER: Creación de ordenes para locaciones </a:t>
            </a:r>
            <a:r>
              <a:rPr lang="es-ES" sz="2000" dirty="0" err="1" smtClean="0">
                <a:solidFill>
                  <a:srgbClr val="3F1900"/>
                </a:solidFill>
              </a:rPr>
              <a:t>Gerber</a:t>
            </a:r>
            <a:r>
              <a:rPr lang="es-ES" sz="2000" dirty="0" smtClean="0">
                <a:solidFill>
                  <a:srgbClr val="3F1900"/>
                </a:solidFill>
              </a:rPr>
              <a:t>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mostrar/listar ordenes en locaciones </a:t>
            </a:r>
            <a:r>
              <a:rPr lang="es-ES" sz="1200" dirty="0" err="1" smtClean="0">
                <a:solidFill>
                  <a:srgbClr val="222222"/>
                </a:solidFill>
                <a:latin typeface="Segoe UI" panose="020B0502040204020203" pitchFamily="34" charset="0"/>
              </a:rPr>
              <a:t>Gerber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" name="Picture 2" descr="C:\Users\Francisco Esteban\Documents\CLASIFICACION_PIELES\Scripts_R100_Materiales\CORTES_GERBER\imagenes\liastado_ordene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" t="190" r="1073" b="1"/>
          <a:stretch/>
        </p:blipFill>
        <p:spPr bwMode="auto">
          <a:xfrm>
            <a:off x="1386840" y="1372132"/>
            <a:ext cx="7353300" cy="493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40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GERBER: Creación de ordenes para locaciones </a:t>
            </a:r>
            <a:r>
              <a:rPr lang="es-ES" sz="2000" dirty="0" err="1" smtClean="0">
                <a:solidFill>
                  <a:srgbClr val="3F1900"/>
                </a:solidFill>
              </a:rPr>
              <a:t>Gerber</a:t>
            </a:r>
            <a:r>
              <a:rPr lang="es-ES" sz="2000" dirty="0" smtClean="0">
                <a:solidFill>
                  <a:srgbClr val="3F1900"/>
                </a:solidFill>
              </a:rPr>
              <a:t>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Ficha para captura y alta de ordenes para locaciones </a:t>
            </a:r>
            <a:r>
              <a:rPr lang="es-ES" sz="1200" dirty="0" err="1" smtClean="0">
                <a:solidFill>
                  <a:srgbClr val="222222"/>
                </a:solidFill>
                <a:latin typeface="Segoe UI" panose="020B0502040204020203" pitchFamily="34" charset="0"/>
              </a:rPr>
              <a:t>Gerber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LASIFICACION_PIELES\Scripts_R100_Materiales\CORTES_GERBER\imagenes\ficha_captura_ord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31114"/>
            <a:ext cx="7560839" cy="516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21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</a:t>
            </a:r>
            <a:r>
              <a:rPr lang="es-MX" b="1" dirty="0" smtClean="0">
                <a:latin typeface="Century Gothic" panose="020B0502020202020204" pitchFamily="34" charset="0"/>
              </a:rPr>
              <a:t>1/08/2020 – 28/08/2020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12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GERBER: Creación de ordenes para locaciones </a:t>
            </a:r>
            <a:r>
              <a:rPr lang="es-ES" sz="2000" dirty="0" err="1" smtClean="0">
                <a:solidFill>
                  <a:srgbClr val="3F1900"/>
                </a:solidFill>
              </a:rPr>
              <a:t>Gerber</a:t>
            </a:r>
            <a:r>
              <a:rPr lang="es-ES" sz="2000" dirty="0" smtClean="0">
                <a:solidFill>
                  <a:srgbClr val="3F1900"/>
                </a:solidFill>
              </a:rPr>
              <a:t>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captura el tamaño de la piel cortada en las locaciones </a:t>
            </a:r>
            <a:r>
              <a:rPr lang="es-ES" sz="1200" dirty="0" err="1" smtClean="0">
                <a:solidFill>
                  <a:srgbClr val="222222"/>
                </a:solidFill>
                <a:latin typeface="Segoe UI" panose="020B0502040204020203" pitchFamily="34" charset="0"/>
              </a:rPr>
              <a:t>Gerber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6" name="Picture 2" descr="C:\Users\Francisco Esteban\Documents\CLASIFICACION_PIELES\Scripts_R100_Materiales\CORTES_GERBER\imagenes\PANTALLA_CAPTURA_CORT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4"/>
          <a:stretch/>
        </p:blipFill>
        <p:spPr bwMode="auto">
          <a:xfrm>
            <a:off x="1403648" y="1412776"/>
            <a:ext cx="7488832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516216" y="2780928"/>
            <a:ext cx="720080" cy="324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9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11038</TotalTime>
  <Words>136</Words>
  <Application>Microsoft Office PowerPoint</Application>
  <PresentationFormat>On-screen Show 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213</cp:revision>
  <dcterms:created xsi:type="dcterms:W3CDTF">2019-09-04T16:36:39Z</dcterms:created>
  <dcterms:modified xsi:type="dcterms:W3CDTF">2020-09-17T15:07:55Z</dcterms:modified>
</cp:coreProperties>
</file>