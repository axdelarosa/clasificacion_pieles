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44" r:id="rId2"/>
    <p:sldId id="402" r:id="rId3"/>
    <p:sldId id="398" r:id="rId4"/>
    <p:sldId id="401" r:id="rId5"/>
    <p:sldId id="403" r:id="rId6"/>
    <p:sldId id="404" r:id="rId7"/>
    <p:sldId id="399" r:id="rId8"/>
    <p:sldId id="400"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343" autoAdjust="0"/>
  </p:normalViewPr>
  <p:slideViewPr>
    <p:cSldViewPr>
      <p:cViewPr varScale="1">
        <p:scale>
          <a:sx n="114" d="100"/>
          <a:sy n="114" d="100"/>
        </p:scale>
        <p:origin x="152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B1792-3256-4E77-8442-3E205CD69EF5}" type="datetimeFigureOut">
              <a:rPr lang="en-US" smtClean="0"/>
              <a:t>4/30/2021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4EBC-6D71-45FE-903C-8A150E9C6E36}" type="slidenum">
              <a:rPr lang="en-US" smtClean="0"/>
              <a:t>‹Nº›</a:t>
            </a:fld>
            <a:endParaRPr lang="en-US"/>
          </a:p>
        </p:txBody>
      </p:sp>
    </p:spTree>
    <p:extLst>
      <p:ext uri="{BB962C8B-B14F-4D97-AF65-F5344CB8AC3E}">
        <p14:creationId xmlns:p14="http://schemas.microsoft.com/office/powerpoint/2010/main" val="395803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558649-2619-44F9-8F30-2D6466E57529}" type="datetimeFigureOut">
              <a:rPr lang="en-US" smtClean="0"/>
              <a:t>4/30/2021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9607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292607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558649-2619-44F9-8F30-2D6466E57529}" type="datetimeFigureOut">
              <a:rPr lang="en-US" smtClean="0"/>
              <a:t>4/30/2021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987656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558649-2619-44F9-8F30-2D6466E57529}" type="datetimeFigureOut">
              <a:rPr lang="en-US" smtClean="0"/>
              <a:t>4/30/2021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25595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558649-2619-44F9-8F30-2D6466E57529}" type="datetimeFigureOut">
              <a:rPr lang="en-US" smtClean="0"/>
              <a:t>4/30/2021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0022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558649-2619-44F9-8F30-2D6466E57529}" type="datetimeFigureOut">
              <a:rPr lang="en-US" smtClean="0"/>
              <a:t>4/30/2021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615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8649-2619-44F9-8F30-2D6466E57529}" type="datetimeFigureOut">
              <a:rPr lang="en-US" smtClean="0"/>
              <a:t>4/30/2021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6084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4/30/2021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8421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4/30/2021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89786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1016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4508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3000" r="-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8649-2619-44F9-8F30-2D6466E57529}" type="datetimeFigureOut">
              <a:rPr lang="en-US" smtClean="0"/>
              <a:t>4/30/2021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2C82F-0308-4DBA-BE8F-4BAE5E1F79A6}" type="slidenum">
              <a:rPr lang="en-US" smtClean="0"/>
              <a:t>‹Nº›</a:t>
            </a:fld>
            <a:endParaRPr lang="en-US"/>
          </a:p>
        </p:txBody>
      </p:sp>
    </p:spTree>
    <p:extLst>
      <p:ext uri="{BB962C8B-B14F-4D97-AF65-F5344CB8AC3E}">
        <p14:creationId xmlns:p14="http://schemas.microsoft.com/office/powerpoint/2010/main" val="338050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87624" y="2564904"/>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b="1" dirty="0">
                <a:latin typeface="Century Gothic" panose="020B0502020202020204" pitchFamily="34" charset="0"/>
              </a:rPr>
              <a:t>26/04/2021 – 30/04/2021</a:t>
            </a:r>
            <a:endParaRPr lang="es-MX" dirty="0">
              <a:latin typeface="Century Gothic" panose="020B0502020202020204" pitchFamily="34" charset="0"/>
            </a:endParaRPr>
          </a:p>
        </p:txBody>
      </p:sp>
    </p:spTree>
    <p:extLst>
      <p:ext uri="{BB962C8B-B14F-4D97-AF65-F5344CB8AC3E}">
        <p14:creationId xmlns:p14="http://schemas.microsoft.com/office/powerpoint/2010/main" val="144907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646331"/>
          </a:xfrm>
          <a:prstGeom prst="rect">
            <a:avLst/>
          </a:prstGeom>
        </p:spPr>
        <p:txBody>
          <a:bodyPr wrap="square">
            <a:spAutoFit/>
          </a:bodyPr>
          <a:lstStyle/>
          <a:p>
            <a:pPr>
              <a:buFont typeface="Arial" panose="020B0604020202020204" pitchFamily="34" charset="0"/>
              <a:buChar char="•"/>
            </a:pPr>
            <a:r>
              <a:rPr lang="es-ES" sz="1200" b="1" i="0" dirty="0">
                <a:solidFill>
                  <a:srgbClr val="222222"/>
                </a:solidFill>
                <a:effectLst/>
                <a:latin typeface="Segoe UI" panose="020B0502040204020203" pitchFamily="34" charset="0"/>
              </a:rPr>
              <a:t> Acción Crear Orden: 1.-</a:t>
            </a:r>
            <a:r>
              <a:rPr lang="es-ES" sz="1200" i="0" dirty="0">
                <a:solidFill>
                  <a:srgbClr val="222222"/>
                </a:solidFill>
                <a:effectLst/>
                <a:latin typeface="Segoe UI" panose="020B0502040204020203" pitchFamily="34" charset="0"/>
              </a:rPr>
              <a:t> Dar Click en el </a:t>
            </a:r>
            <a:r>
              <a:rPr lang="es-ES" sz="1200" b="1" i="0" dirty="0">
                <a:solidFill>
                  <a:srgbClr val="222222"/>
                </a:solidFill>
                <a:effectLst/>
                <a:latin typeface="Segoe UI" panose="020B0502040204020203" pitchFamily="34" charset="0"/>
              </a:rPr>
              <a:t>Botón con Icono de (+) </a:t>
            </a:r>
            <a:r>
              <a:rPr lang="es-ES" sz="1200" i="0" dirty="0">
                <a:solidFill>
                  <a:srgbClr val="222222"/>
                </a:solidFill>
                <a:effectLst/>
                <a:latin typeface="Segoe UI" panose="020B0502040204020203" pitchFamily="34" charset="0"/>
              </a:rPr>
              <a:t>esto permitirá habilitar combo de Clientes, Color y Mesa así como los campos Orden 2 tono y Comentario. </a:t>
            </a:r>
            <a:r>
              <a:rPr lang="es-ES" sz="1200" b="1" i="0" dirty="0">
                <a:solidFill>
                  <a:srgbClr val="222222"/>
                </a:solidFill>
                <a:effectLst/>
                <a:latin typeface="Segoe UI" panose="020B0502040204020203" pitchFamily="34" charset="0"/>
              </a:rPr>
              <a:t>2.- </a:t>
            </a:r>
            <a:r>
              <a:rPr lang="es-ES" sz="1200" dirty="0">
                <a:solidFill>
                  <a:srgbClr val="222222"/>
                </a:solidFill>
                <a:latin typeface="Segoe UI" panose="020B0502040204020203" pitchFamily="34" charset="0"/>
              </a:rPr>
              <a:t>C</a:t>
            </a:r>
            <a:r>
              <a:rPr lang="es-ES" sz="1200" i="0" dirty="0">
                <a:solidFill>
                  <a:srgbClr val="222222"/>
                </a:solidFill>
                <a:effectLst/>
                <a:latin typeface="Segoe UI" panose="020B0502040204020203" pitchFamily="34" charset="0"/>
              </a:rPr>
              <a:t>apturar las cantidades de los kits que se desean programar. </a:t>
            </a:r>
            <a:r>
              <a:rPr lang="es-ES" sz="1200" b="1" i="0" dirty="0">
                <a:solidFill>
                  <a:srgbClr val="222222"/>
                </a:solidFill>
                <a:effectLst/>
                <a:latin typeface="Segoe UI" panose="020B0502040204020203" pitchFamily="34" charset="0"/>
              </a:rPr>
              <a:t>3.- </a:t>
            </a:r>
            <a:r>
              <a:rPr lang="es-ES" sz="1200" i="0" dirty="0">
                <a:solidFill>
                  <a:srgbClr val="222222"/>
                </a:solidFill>
                <a:effectLst/>
                <a:latin typeface="Segoe UI" panose="020B0502040204020203" pitchFamily="34" charset="0"/>
              </a:rPr>
              <a:t>Para guardar la información dar Click en el </a:t>
            </a:r>
            <a:r>
              <a:rPr lang="es-ES" sz="1200" b="1" i="0" dirty="0">
                <a:solidFill>
                  <a:srgbClr val="222222"/>
                </a:solidFill>
                <a:effectLst/>
                <a:latin typeface="Segoe UI" panose="020B0502040204020203" pitchFamily="34" charset="0"/>
              </a:rPr>
              <a:t>Botón con icono(Disquete).</a:t>
            </a:r>
            <a:endParaRPr lang="es-ES" sz="1200" i="0" dirty="0">
              <a:solidFill>
                <a:srgbClr val="222222"/>
              </a:solidFill>
              <a:effectLst/>
              <a:latin typeface="Segoe UI" panose="020B0502040204020203" pitchFamily="34" charset="0"/>
            </a:endParaRPr>
          </a:p>
        </p:txBody>
      </p:sp>
      <p:pic>
        <p:nvPicPr>
          <p:cNvPr id="5" name="Imagen 4">
            <a:extLst>
              <a:ext uri="{FF2B5EF4-FFF2-40B4-BE49-F238E27FC236}">
                <a16:creationId xmlns:a16="http://schemas.microsoft.com/office/drawing/2014/main" id="{A7FA9646-297D-4433-BA05-0BD0CBF0B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4" y="1772816"/>
            <a:ext cx="7920879" cy="5040560"/>
          </a:xfrm>
          <a:prstGeom prst="rect">
            <a:avLst/>
          </a:prstGeom>
        </p:spPr>
      </p:pic>
      <p:sp>
        <p:nvSpPr>
          <p:cNvPr id="9" name="Rectángulo 8">
            <a:extLst>
              <a:ext uri="{FF2B5EF4-FFF2-40B4-BE49-F238E27FC236}">
                <a16:creationId xmlns:a16="http://schemas.microsoft.com/office/drawing/2014/main" id="{F2CAF8D1-D60F-41B8-B7EA-A934204B13F2}"/>
              </a:ext>
            </a:extLst>
          </p:cNvPr>
          <p:cNvSpPr/>
          <p:nvPr/>
        </p:nvSpPr>
        <p:spPr>
          <a:xfrm>
            <a:off x="1475656" y="1916832"/>
            <a:ext cx="21602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255E4403-F8F3-420F-BDC9-F23F44DCE935}"/>
              </a:ext>
            </a:extLst>
          </p:cNvPr>
          <p:cNvSpPr/>
          <p:nvPr/>
        </p:nvSpPr>
        <p:spPr>
          <a:xfrm>
            <a:off x="1619672" y="2276872"/>
            <a:ext cx="4104456"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96B57FF4-BA9B-4441-9512-CF4F723F474E}"/>
              </a:ext>
            </a:extLst>
          </p:cNvPr>
          <p:cNvSpPr/>
          <p:nvPr/>
        </p:nvSpPr>
        <p:spPr>
          <a:xfrm>
            <a:off x="3635896" y="2924944"/>
            <a:ext cx="432048" cy="33843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353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Interfaz de usuario gráfica, Texto, Aplicación, Correo electrónico&#10;&#10;Descripción generada automáticamente">
            <a:extLst>
              <a:ext uri="{FF2B5EF4-FFF2-40B4-BE49-F238E27FC236}">
                <a16:creationId xmlns:a16="http://schemas.microsoft.com/office/drawing/2014/main" id="{89BCEB1A-3089-4D56-9164-BEEE2E9AF738}"/>
              </a:ext>
            </a:extLst>
          </p:cNvPr>
          <p:cNvPicPr>
            <a:picLocks noChangeAspect="1"/>
          </p:cNvPicPr>
          <p:nvPr/>
        </p:nvPicPr>
        <p:blipFill rotWithShape="1">
          <a:blip r:embed="rId2">
            <a:extLst>
              <a:ext uri="{28A0092B-C50C-407E-A947-70E740481C1C}">
                <a14:useLocalDpi xmlns:a14="http://schemas.microsoft.com/office/drawing/2010/main" val="0"/>
              </a:ext>
            </a:extLst>
          </a:blip>
          <a:srcRect b="83378"/>
          <a:stretch/>
        </p:blipFill>
        <p:spPr>
          <a:xfrm>
            <a:off x="1223120" y="1703144"/>
            <a:ext cx="7813374" cy="717744"/>
          </a:xfrm>
          <a:prstGeom prst="rect">
            <a:avLst/>
          </a:prstGeom>
          <a:ln w="12700">
            <a:noFill/>
          </a:ln>
        </p:spPr>
      </p:pic>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646331"/>
          </a:xfrm>
          <a:prstGeom prst="rect">
            <a:avLst/>
          </a:prstGeom>
        </p:spPr>
        <p:txBody>
          <a:bodyPr wrap="square">
            <a:spAutoFit/>
          </a:bodyPr>
          <a:lstStyle/>
          <a:p>
            <a:pPr>
              <a:buFont typeface="Arial" panose="020B0604020202020204" pitchFamily="34" charset="0"/>
              <a:buChar char="•"/>
            </a:pPr>
            <a:r>
              <a:rPr lang="es-ES" sz="1200" b="1" i="0" dirty="0">
                <a:solidFill>
                  <a:srgbClr val="222222"/>
                </a:solidFill>
                <a:effectLst/>
                <a:latin typeface="Segoe UI" panose="020B0502040204020203" pitchFamily="34" charset="0"/>
              </a:rPr>
              <a:t> Acción Buscar Orden: 1.- </a:t>
            </a:r>
            <a:r>
              <a:rPr lang="es-ES" sz="1200" i="0" dirty="0">
                <a:solidFill>
                  <a:srgbClr val="222222"/>
                </a:solidFill>
                <a:effectLst/>
                <a:latin typeface="Segoe UI" panose="020B0502040204020203" pitchFamily="34" charset="0"/>
              </a:rPr>
              <a:t>Teclear el numero de la orden y dar Enter</a:t>
            </a:r>
            <a:r>
              <a:rPr lang="es-ES" sz="1200" dirty="0">
                <a:solidFill>
                  <a:srgbClr val="222222"/>
                </a:solidFill>
                <a:latin typeface="Segoe UI" panose="020B0502040204020203" pitchFamily="34" charset="0"/>
              </a:rPr>
              <a:t>. </a:t>
            </a:r>
            <a:r>
              <a:rPr lang="es-ES" sz="1200" b="1" dirty="0">
                <a:solidFill>
                  <a:srgbClr val="222222"/>
                </a:solidFill>
                <a:latin typeface="Segoe UI" panose="020B0502040204020203" pitchFamily="34" charset="0"/>
              </a:rPr>
              <a:t>2.-</a:t>
            </a:r>
            <a:r>
              <a:rPr lang="es-ES" sz="1200" dirty="0">
                <a:solidFill>
                  <a:srgbClr val="222222"/>
                </a:solidFill>
                <a:latin typeface="Segoe UI" panose="020B0502040204020203" pitchFamily="34" charset="0"/>
              </a:rPr>
              <a:t> Si se obtiene resultados de la búsqueda nos mostrara la información general de la orden y los Kits que tiene programados y habilitara los botones de </a:t>
            </a:r>
            <a:r>
              <a:rPr lang="es-ES" sz="1200" b="1" dirty="0">
                <a:solidFill>
                  <a:srgbClr val="222222"/>
                </a:solidFill>
                <a:latin typeface="Segoe UI" panose="020B0502040204020203" pitchFamily="34" charset="0"/>
              </a:rPr>
              <a:t>Editar, Eliminar, Clonar, Ver Documento</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5" name="Imagen 4" descr="Interfaz de usuario gráfica, Aplicación&#10;&#10;Descripción generada automáticamente">
            <a:extLst>
              <a:ext uri="{FF2B5EF4-FFF2-40B4-BE49-F238E27FC236}">
                <a16:creationId xmlns:a16="http://schemas.microsoft.com/office/drawing/2014/main" id="{A6CB1C79-7583-48D0-8382-109C21FAB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3120" y="2492897"/>
            <a:ext cx="7813374" cy="4248472"/>
          </a:xfrm>
          <a:prstGeom prst="rect">
            <a:avLst/>
          </a:prstGeom>
          <a:ln w="12700">
            <a:solidFill>
              <a:srgbClr val="00B050"/>
            </a:solidFill>
          </a:ln>
        </p:spPr>
      </p:pic>
      <p:sp>
        <p:nvSpPr>
          <p:cNvPr id="7" name="Rectángulo 6">
            <a:extLst>
              <a:ext uri="{FF2B5EF4-FFF2-40B4-BE49-F238E27FC236}">
                <a16:creationId xmlns:a16="http://schemas.microsoft.com/office/drawing/2014/main" id="{F522F756-74C2-4FEF-9B51-87138DDE6496}"/>
              </a:ext>
            </a:extLst>
          </p:cNvPr>
          <p:cNvSpPr/>
          <p:nvPr/>
        </p:nvSpPr>
        <p:spPr>
          <a:xfrm>
            <a:off x="1259632" y="2086060"/>
            <a:ext cx="432048" cy="3348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B1DC66C4-BD23-4482-B0EB-D4C308B9C675}"/>
              </a:ext>
            </a:extLst>
          </p:cNvPr>
          <p:cNvSpPr/>
          <p:nvPr/>
        </p:nvSpPr>
        <p:spPr>
          <a:xfrm>
            <a:off x="1835696" y="2636912"/>
            <a:ext cx="100811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263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Aplicación, Tabla&#10;&#10;Descripción generada automáticamente">
            <a:extLst>
              <a:ext uri="{FF2B5EF4-FFF2-40B4-BE49-F238E27FC236}">
                <a16:creationId xmlns:a16="http://schemas.microsoft.com/office/drawing/2014/main" id="{B83EE124-B3B1-40B3-8B4B-AFA6887CE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885474"/>
            <a:ext cx="7920880" cy="4927902"/>
          </a:xfrm>
          <a:prstGeom prst="rect">
            <a:avLst/>
          </a:prstGeom>
        </p:spPr>
      </p:pic>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830997"/>
          </a:xfrm>
          <a:prstGeom prst="rect">
            <a:avLst/>
          </a:prstGeom>
        </p:spPr>
        <p:txBody>
          <a:bodyPr wrap="square">
            <a:spAutoFit/>
          </a:bodyPr>
          <a:lstStyle/>
          <a:p>
            <a:pPr>
              <a:buFont typeface="Arial" panose="020B0604020202020204" pitchFamily="34" charset="0"/>
              <a:buChar char="•"/>
            </a:pPr>
            <a:r>
              <a:rPr lang="es-ES" sz="1200" b="1" i="0" dirty="0">
                <a:solidFill>
                  <a:srgbClr val="222222"/>
                </a:solidFill>
                <a:effectLst/>
                <a:latin typeface="Segoe UI" panose="020B0502040204020203" pitchFamily="34" charset="0"/>
              </a:rPr>
              <a:t> Acción Editar Orden: </a:t>
            </a:r>
            <a:r>
              <a:rPr lang="es-ES" sz="1200" i="0" dirty="0">
                <a:solidFill>
                  <a:srgbClr val="222222"/>
                </a:solidFill>
                <a:effectLst/>
                <a:latin typeface="Segoe UI" panose="020B0502040204020203" pitchFamily="34" charset="0"/>
              </a:rPr>
              <a:t>Una vez</a:t>
            </a:r>
            <a:r>
              <a:rPr lang="es-ES" sz="1200" dirty="0">
                <a:solidFill>
                  <a:srgbClr val="222222"/>
                </a:solidFill>
                <a:latin typeface="Segoe UI" panose="020B0502040204020203" pitchFamily="34" charset="0"/>
              </a:rPr>
              <a:t> </a:t>
            </a:r>
            <a:r>
              <a:rPr lang="es-ES" sz="1200" i="0" dirty="0">
                <a:solidFill>
                  <a:srgbClr val="222222"/>
                </a:solidFill>
                <a:effectLst/>
                <a:latin typeface="Segoe UI" panose="020B0502040204020203" pitchFamily="34" charset="0"/>
              </a:rPr>
              <a:t>tengamos cargada la información de la orden que desea </a:t>
            </a:r>
            <a:r>
              <a:rPr lang="es-ES" sz="1200" dirty="0">
                <a:solidFill>
                  <a:srgbClr val="222222"/>
                </a:solidFill>
                <a:latin typeface="Segoe UI" panose="020B0502040204020203" pitchFamily="34" charset="0"/>
              </a:rPr>
              <a:t>modificar. </a:t>
            </a:r>
            <a:r>
              <a:rPr lang="es-ES" sz="1200" b="1" dirty="0">
                <a:solidFill>
                  <a:srgbClr val="222222"/>
                </a:solidFill>
                <a:latin typeface="Segoe UI" panose="020B0502040204020203" pitchFamily="34" charset="0"/>
              </a:rPr>
              <a:t>1.- </a:t>
            </a:r>
            <a:r>
              <a:rPr lang="es-ES" sz="1200" dirty="0">
                <a:solidFill>
                  <a:srgbClr val="222222"/>
                </a:solidFill>
                <a:latin typeface="Segoe UI" panose="020B0502040204020203" pitchFamily="34" charset="0"/>
              </a:rPr>
              <a:t>Dar Click sobre el </a:t>
            </a:r>
            <a:r>
              <a:rPr lang="es-ES" sz="1200" b="1" i="0" dirty="0">
                <a:solidFill>
                  <a:srgbClr val="222222"/>
                </a:solidFill>
                <a:effectLst/>
                <a:latin typeface="Segoe UI" panose="020B0502040204020203" pitchFamily="34" charset="0"/>
              </a:rPr>
              <a:t>Botón con icono de (Lápiz) </a:t>
            </a:r>
            <a:r>
              <a:rPr lang="es-ES" sz="1200" i="0" dirty="0">
                <a:solidFill>
                  <a:srgbClr val="222222"/>
                </a:solidFill>
                <a:effectLst/>
                <a:latin typeface="Segoe UI" panose="020B0502040204020203" pitchFamily="34" charset="0"/>
              </a:rPr>
              <a:t>esto habilitara el combo de mesa, el campo de orden 2 tono, comentario y mostrara el listado de Kits disponibles para poder agregarle a la orden. </a:t>
            </a:r>
            <a:r>
              <a:rPr lang="es-ES" sz="1200" b="1" i="0" dirty="0">
                <a:solidFill>
                  <a:srgbClr val="222222"/>
                </a:solidFill>
                <a:effectLst/>
                <a:latin typeface="Segoe UI" panose="020B0502040204020203" pitchFamily="34" charset="0"/>
              </a:rPr>
              <a:t>2.- </a:t>
            </a:r>
            <a:r>
              <a:rPr lang="es-ES" sz="1200" i="0" dirty="0">
                <a:solidFill>
                  <a:srgbClr val="222222"/>
                </a:solidFill>
                <a:effectLst/>
                <a:latin typeface="Segoe UI" panose="020B0502040204020203" pitchFamily="34" charset="0"/>
              </a:rPr>
              <a:t>Para guardar la información dar Click en el </a:t>
            </a:r>
            <a:r>
              <a:rPr lang="es-ES" sz="1200" b="1" i="0" dirty="0">
                <a:solidFill>
                  <a:srgbClr val="222222"/>
                </a:solidFill>
                <a:effectLst/>
                <a:latin typeface="Segoe UI" panose="020B0502040204020203" pitchFamily="34" charset="0"/>
              </a:rPr>
              <a:t>Botón con icono(Disquete).</a:t>
            </a:r>
            <a:endParaRPr lang="es-ES" sz="1200" b="0" i="0" dirty="0">
              <a:solidFill>
                <a:srgbClr val="222222"/>
              </a:solidFill>
              <a:effectLst/>
              <a:latin typeface="Segoe UI" panose="020B0502040204020203" pitchFamily="34" charset="0"/>
            </a:endParaRPr>
          </a:p>
        </p:txBody>
      </p:sp>
      <p:sp>
        <p:nvSpPr>
          <p:cNvPr id="7" name="Rectángulo 6">
            <a:extLst>
              <a:ext uri="{FF2B5EF4-FFF2-40B4-BE49-F238E27FC236}">
                <a16:creationId xmlns:a16="http://schemas.microsoft.com/office/drawing/2014/main" id="{F522F756-74C2-4FEF-9B51-87138DDE6496}"/>
              </a:ext>
            </a:extLst>
          </p:cNvPr>
          <p:cNvSpPr/>
          <p:nvPr/>
        </p:nvSpPr>
        <p:spPr>
          <a:xfrm>
            <a:off x="1763688" y="2027750"/>
            <a:ext cx="288032" cy="2491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a:extLst>
              <a:ext uri="{FF2B5EF4-FFF2-40B4-BE49-F238E27FC236}">
                <a16:creationId xmlns:a16="http://schemas.microsoft.com/office/drawing/2014/main" id="{1884257A-27C4-4F93-AE66-DE7AEBB5201C}"/>
              </a:ext>
            </a:extLst>
          </p:cNvPr>
          <p:cNvSpPr/>
          <p:nvPr/>
        </p:nvSpPr>
        <p:spPr>
          <a:xfrm>
            <a:off x="5796136" y="3068960"/>
            <a:ext cx="3240358" cy="340784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0C50197D-BFBE-40DD-9437-3EE15B6815E8}"/>
              </a:ext>
            </a:extLst>
          </p:cNvPr>
          <p:cNvSpPr/>
          <p:nvPr/>
        </p:nvSpPr>
        <p:spPr>
          <a:xfrm>
            <a:off x="2987824" y="2492896"/>
            <a:ext cx="1152128"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F88DE048-1B7F-4F7D-9245-482714354D4E}"/>
              </a:ext>
            </a:extLst>
          </p:cNvPr>
          <p:cNvSpPr/>
          <p:nvPr/>
        </p:nvSpPr>
        <p:spPr>
          <a:xfrm>
            <a:off x="4139952" y="2780928"/>
            <a:ext cx="2088232"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145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nterfaz de usuario gráfica, Aplicación, Tabla, Excel&#10;&#10;Descripción generada automáticamente">
            <a:extLst>
              <a:ext uri="{FF2B5EF4-FFF2-40B4-BE49-F238E27FC236}">
                <a16:creationId xmlns:a16="http://schemas.microsoft.com/office/drawing/2014/main" id="{70EE0B7D-6150-45FB-A817-BB56EDD19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843084"/>
            <a:ext cx="7848869" cy="4898284"/>
          </a:xfrm>
          <a:prstGeom prst="rect">
            <a:avLst/>
          </a:prstGeom>
        </p:spPr>
      </p:pic>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830997"/>
          </a:xfrm>
          <a:prstGeom prst="rect">
            <a:avLst/>
          </a:prstGeom>
        </p:spPr>
        <p:txBody>
          <a:bodyPr wrap="square">
            <a:spAutoFit/>
          </a:bodyPr>
          <a:lstStyle/>
          <a:p>
            <a:pPr>
              <a:buFont typeface="Arial" panose="020B0604020202020204" pitchFamily="34" charset="0"/>
              <a:buChar char="•"/>
            </a:pPr>
            <a:r>
              <a:rPr lang="es-ES" sz="1200" b="1" i="0" dirty="0">
                <a:solidFill>
                  <a:srgbClr val="222222"/>
                </a:solidFill>
                <a:effectLst/>
                <a:latin typeface="Segoe UI" panose="020B0502040204020203" pitchFamily="34" charset="0"/>
              </a:rPr>
              <a:t> Acción Clonar Orden: </a:t>
            </a:r>
            <a:r>
              <a:rPr lang="es-ES" sz="1200" i="0" dirty="0">
                <a:solidFill>
                  <a:srgbClr val="222222"/>
                </a:solidFill>
                <a:effectLst/>
                <a:latin typeface="Segoe UI" panose="020B0502040204020203" pitchFamily="34" charset="0"/>
              </a:rPr>
              <a:t>Una vez</a:t>
            </a:r>
            <a:r>
              <a:rPr lang="es-ES" sz="1200" dirty="0">
                <a:solidFill>
                  <a:srgbClr val="222222"/>
                </a:solidFill>
                <a:latin typeface="Segoe UI" panose="020B0502040204020203" pitchFamily="34" charset="0"/>
              </a:rPr>
              <a:t> </a:t>
            </a:r>
            <a:r>
              <a:rPr lang="es-ES" sz="1200" i="0" dirty="0">
                <a:solidFill>
                  <a:srgbClr val="222222"/>
                </a:solidFill>
                <a:effectLst/>
                <a:latin typeface="Segoe UI" panose="020B0502040204020203" pitchFamily="34" charset="0"/>
              </a:rPr>
              <a:t>cargada la información de la orden que desea </a:t>
            </a:r>
            <a:r>
              <a:rPr lang="es-ES" sz="1200" dirty="0">
                <a:solidFill>
                  <a:srgbClr val="222222"/>
                </a:solidFill>
                <a:latin typeface="Segoe UI" panose="020B0502040204020203" pitchFamily="34" charset="0"/>
              </a:rPr>
              <a:t>Clonar, </a:t>
            </a:r>
            <a:r>
              <a:rPr lang="es-ES" sz="1200" b="1" dirty="0">
                <a:solidFill>
                  <a:srgbClr val="222222"/>
                </a:solidFill>
                <a:latin typeface="Segoe UI" panose="020B0502040204020203" pitchFamily="34" charset="0"/>
              </a:rPr>
              <a:t>1.- </a:t>
            </a:r>
            <a:r>
              <a:rPr lang="es-ES" sz="1200" dirty="0">
                <a:solidFill>
                  <a:srgbClr val="222222"/>
                </a:solidFill>
                <a:latin typeface="Segoe UI" panose="020B0502040204020203" pitchFamily="34" charset="0"/>
              </a:rPr>
              <a:t>Dar Click sobre el </a:t>
            </a:r>
            <a:r>
              <a:rPr lang="es-ES" sz="1200" b="1" i="0" dirty="0">
                <a:solidFill>
                  <a:srgbClr val="222222"/>
                </a:solidFill>
                <a:effectLst/>
                <a:latin typeface="Segoe UI" panose="020B0502040204020203" pitchFamily="34" charset="0"/>
              </a:rPr>
              <a:t>Botón con icono de (ADN) </a:t>
            </a:r>
            <a:r>
              <a:rPr lang="es-ES" sz="1200" i="0" dirty="0">
                <a:solidFill>
                  <a:srgbClr val="222222"/>
                </a:solidFill>
                <a:effectLst/>
                <a:latin typeface="Segoe UI" panose="020B0502040204020203" pitchFamily="34" charset="0"/>
              </a:rPr>
              <a:t>esto limpiara la información de los campos que no se necesitan para crear una nueva orden marcados en recuadro verde y nos habilitara los campos que pueden cambiar para la orden que desea crear marcados en recuadro rojo </a:t>
            </a:r>
            <a:r>
              <a:rPr lang="es-ES" sz="1200" b="1" i="0" dirty="0">
                <a:solidFill>
                  <a:srgbClr val="222222"/>
                </a:solidFill>
                <a:effectLst/>
                <a:latin typeface="Segoe UI" panose="020B0502040204020203" pitchFamily="34" charset="0"/>
              </a:rPr>
              <a:t>2.- </a:t>
            </a:r>
            <a:r>
              <a:rPr lang="es-ES" sz="1200" i="0" dirty="0">
                <a:solidFill>
                  <a:srgbClr val="222222"/>
                </a:solidFill>
                <a:effectLst/>
                <a:latin typeface="Segoe UI" panose="020B0502040204020203" pitchFamily="34" charset="0"/>
              </a:rPr>
              <a:t>Para guardar la información dar Click en el </a:t>
            </a:r>
            <a:r>
              <a:rPr lang="es-ES" sz="1200" b="1" i="0" dirty="0">
                <a:solidFill>
                  <a:srgbClr val="222222"/>
                </a:solidFill>
                <a:effectLst/>
                <a:latin typeface="Segoe UI" panose="020B0502040204020203" pitchFamily="34" charset="0"/>
              </a:rPr>
              <a:t>Botón con icono(Disquete).</a:t>
            </a:r>
            <a:endParaRPr lang="es-ES" sz="1200" b="0" i="0" dirty="0">
              <a:solidFill>
                <a:srgbClr val="222222"/>
              </a:solidFill>
              <a:effectLst/>
              <a:latin typeface="Segoe UI" panose="020B0502040204020203" pitchFamily="34" charset="0"/>
            </a:endParaRPr>
          </a:p>
        </p:txBody>
      </p:sp>
      <p:sp>
        <p:nvSpPr>
          <p:cNvPr id="7" name="Rectángulo 6">
            <a:extLst>
              <a:ext uri="{FF2B5EF4-FFF2-40B4-BE49-F238E27FC236}">
                <a16:creationId xmlns:a16="http://schemas.microsoft.com/office/drawing/2014/main" id="{F522F756-74C2-4FEF-9B51-87138DDE6496}"/>
              </a:ext>
            </a:extLst>
          </p:cNvPr>
          <p:cNvSpPr/>
          <p:nvPr/>
        </p:nvSpPr>
        <p:spPr>
          <a:xfrm>
            <a:off x="2267744" y="2027750"/>
            <a:ext cx="288032" cy="2491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a:extLst>
              <a:ext uri="{FF2B5EF4-FFF2-40B4-BE49-F238E27FC236}">
                <a16:creationId xmlns:a16="http://schemas.microsoft.com/office/drawing/2014/main" id="{1884257A-27C4-4F93-AE66-DE7AEBB5201C}"/>
              </a:ext>
            </a:extLst>
          </p:cNvPr>
          <p:cNvSpPr/>
          <p:nvPr/>
        </p:nvSpPr>
        <p:spPr>
          <a:xfrm>
            <a:off x="5796136" y="2996952"/>
            <a:ext cx="3240358" cy="34798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0C50197D-BFBE-40DD-9437-3EE15B6815E8}"/>
              </a:ext>
            </a:extLst>
          </p:cNvPr>
          <p:cNvSpPr/>
          <p:nvPr/>
        </p:nvSpPr>
        <p:spPr>
          <a:xfrm>
            <a:off x="2987824" y="2492896"/>
            <a:ext cx="1152128"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ángulo 11">
            <a:extLst>
              <a:ext uri="{FF2B5EF4-FFF2-40B4-BE49-F238E27FC236}">
                <a16:creationId xmlns:a16="http://schemas.microsoft.com/office/drawing/2014/main" id="{F88DE048-1B7F-4F7D-9245-482714354D4E}"/>
              </a:ext>
            </a:extLst>
          </p:cNvPr>
          <p:cNvSpPr/>
          <p:nvPr/>
        </p:nvSpPr>
        <p:spPr>
          <a:xfrm>
            <a:off x="4139952" y="2780928"/>
            <a:ext cx="20882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ángulo 12">
            <a:extLst>
              <a:ext uri="{FF2B5EF4-FFF2-40B4-BE49-F238E27FC236}">
                <a16:creationId xmlns:a16="http://schemas.microsoft.com/office/drawing/2014/main" id="{5E0379D7-A0B6-4216-8EDD-305A1CE6F711}"/>
              </a:ext>
            </a:extLst>
          </p:cNvPr>
          <p:cNvSpPr/>
          <p:nvPr/>
        </p:nvSpPr>
        <p:spPr>
          <a:xfrm>
            <a:off x="1259631" y="2492896"/>
            <a:ext cx="1728191" cy="2880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4" name="Rectángulo 13">
            <a:extLst>
              <a:ext uri="{FF2B5EF4-FFF2-40B4-BE49-F238E27FC236}">
                <a16:creationId xmlns:a16="http://schemas.microsoft.com/office/drawing/2014/main" id="{10CB6F9D-CC32-4522-9A35-4A0FD979FE3D}"/>
              </a:ext>
            </a:extLst>
          </p:cNvPr>
          <p:cNvSpPr/>
          <p:nvPr/>
        </p:nvSpPr>
        <p:spPr>
          <a:xfrm>
            <a:off x="1259629" y="2780928"/>
            <a:ext cx="1080123"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extLst>
      <p:ext uri="{BB962C8B-B14F-4D97-AF65-F5344CB8AC3E}">
        <p14:creationId xmlns:p14="http://schemas.microsoft.com/office/powerpoint/2010/main" val="130767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Aplicación, Tabla&#10;&#10;Descripción generada automáticamente">
            <a:extLst>
              <a:ext uri="{FF2B5EF4-FFF2-40B4-BE49-F238E27FC236}">
                <a16:creationId xmlns:a16="http://schemas.microsoft.com/office/drawing/2014/main" id="{D48E1C84-F2FC-406E-B145-2F488C5B9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516143"/>
            <a:ext cx="7812360" cy="5153218"/>
          </a:xfrm>
          <a:prstGeom prst="rect">
            <a:avLst/>
          </a:prstGeom>
        </p:spPr>
      </p:pic>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461665"/>
          </a:xfrm>
          <a:prstGeom prst="rect">
            <a:avLst/>
          </a:prstGeom>
        </p:spPr>
        <p:txBody>
          <a:bodyPr wrap="square">
            <a:spAutoFit/>
          </a:bodyPr>
          <a:lstStyle/>
          <a:p>
            <a:pPr>
              <a:buFont typeface="Arial" panose="020B0604020202020204" pitchFamily="34" charset="0"/>
              <a:buChar char="•"/>
            </a:pPr>
            <a:r>
              <a:rPr lang="es-ES" sz="1200" b="1" i="0" dirty="0">
                <a:solidFill>
                  <a:srgbClr val="222222"/>
                </a:solidFill>
                <a:effectLst/>
                <a:latin typeface="Segoe UI" panose="020B0502040204020203" pitchFamily="34" charset="0"/>
              </a:rPr>
              <a:t> Acción Eliminar Orden: </a:t>
            </a:r>
            <a:r>
              <a:rPr lang="es-ES" sz="1200" i="0" dirty="0">
                <a:solidFill>
                  <a:srgbClr val="222222"/>
                </a:solidFill>
                <a:effectLst/>
                <a:latin typeface="Segoe UI" panose="020B0502040204020203" pitchFamily="34" charset="0"/>
              </a:rPr>
              <a:t>Una vez</a:t>
            </a:r>
            <a:r>
              <a:rPr lang="es-ES" sz="1200" dirty="0">
                <a:solidFill>
                  <a:srgbClr val="222222"/>
                </a:solidFill>
                <a:latin typeface="Segoe UI" panose="020B0502040204020203" pitchFamily="34" charset="0"/>
              </a:rPr>
              <a:t> </a:t>
            </a:r>
            <a:r>
              <a:rPr lang="es-ES" sz="1200" i="0" dirty="0">
                <a:solidFill>
                  <a:srgbClr val="222222"/>
                </a:solidFill>
                <a:effectLst/>
                <a:latin typeface="Segoe UI" panose="020B0502040204020203" pitchFamily="34" charset="0"/>
              </a:rPr>
              <a:t>cargada la información de la orden que desea Eliminar</a:t>
            </a:r>
            <a:r>
              <a:rPr lang="es-ES" sz="1200" dirty="0">
                <a:solidFill>
                  <a:srgbClr val="222222"/>
                </a:solidFill>
                <a:latin typeface="Segoe UI" panose="020B0502040204020203" pitchFamily="34" charset="0"/>
              </a:rPr>
              <a:t>, </a:t>
            </a:r>
            <a:r>
              <a:rPr lang="es-ES" sz="1200" b="1" dirty="0">
                <a:solidFill>
                  <a:srgbClr val="222222"/>
                </a:solidFill>
                <a:latin typeface="Segoe UI" panose="020B0502040204020203" pitchFamily="34" charset="0"/>
              </a:rPr>
              <a:t>1.- </a:t>
            </a:r>
            <a:r>
              <a:rPr lang="es-ES" sz="1200" dirty="0">
                <a:solidFill>
                  <a:srgbClr val="222222"/>
                </a:solidFill>
                <a:latin typeface="Segoe UI" panose="020B0502040204020203" pitchFamily="34" charset="0"/>
              </a:rPr>
              <a:t>Dar Click sobre el </a:t>
            </a:r>
            <a:r>
              <a:rPr lang="es-ES" sz="1200" b="1" i="0" dirty="0">
                <a:solidFill>
                  <a:srgbClr val="222222"/>
                </a:solidFill>
                <a:effectLst/>
                <a:latin typeface="Segoe UI" panose="020B0502040204020203" pitchFamily="34" charset="0"/>
              </a:rPr>
              <a:t>Botón con icono de (X) </a:t>
            </a:r>
            <a:r>
              <a:rPr lang="es-ES" sz="1200" i="0" dirty="0">
                <a:solidFill>
                  <a:srgbClr val="222222"/>
                </a:solidFill>
                <a:effectLst/>
                <a:latin typeface="Segoe UI" panose="020B0502040204020203" pitchFamily="34" charset="0"/>
              </a:rPr>
              <a:t>esto permitirá Eliminar/Borrar la orden.</a:t>
            </a:r>
          </a:p>
        </p:txBody>
      </p:sp>
      <p:sp>
        <p:nvSpPr>
          <p:cNvPr id="7" name="Rectángulo 6">
            <a:extLst>
              <a:ext uri="{FF2B5EF4-FFF2-40B4-BE49-F238E27FC236}">
                <a16:creationId xmlns:a16="http://schemas.microsoft.com/office/drawing/2014/main" id="{F522F756-74C2-4FEF-9B51-87138DDE6496}"/>
              </a:ext>
            </a:extLst>
          </p:cNvPr>
          <p:cNvSpPr/>
          <p:nvPr/>
        </p:nvSpPr>
        <p:spPr>
          <a:xfrm>
            <a:off x="1979712" y="1700808"/>
            <a:ext cx="288032" cy="2491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8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87624" y="2564904"/>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b="1" dirty="0">
                <a:latin typeface="Century Gothic" panose="020B0502020202020204" pitchFamily="34" charset="0"/>
              </a:rPr>
              <a:t>19/04/2021 – 23/04/2021</a:t>
            </a:r>
            <a:endParaRPr lang="es-MX" dirty="0">
              <a:latin typeface="Century Gothic" panose="020B0502020202020204" pitchFamily="34" charset="0"/>
            </a:endParaRPr>
          </a:p>
        </p:txBody>
      </p:sp>
    </p:spTree>
    <p:extLst>
      <p:ext uri="{BB962C8B-B14F-4D97-AF65-F5344CB8AC3E}">
        <p14:creationId xmlns:p14="http://schemas.microsoft.com/office/powerpoint/2010/main" val="1388132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Planning</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1015663"/>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 inicio con el rediseño de la pantalla esto incluye cambios en lo visual como en lo funcional, en la imagen se presenta una propuesta de la nueva Vista, en la parte superior izquierda aparece </a:t>
            </a:r>
            <a:r>
              <a:rPr lang="es-ES" sz="1200" i="0" dirty="0">
                <a:solidFill>
                  <a:srgbClr val="222222"/>
                </a:solidFill>
                <a:effectLst/>
                <a:latin typeface="Segoe UI" panose="020B0502040204020203" pitchFamily="34" charset="0"/>
              </a:rPr>
              <a:t>un</a:t>
            </a:r>
            <a:r>
              <a:rPr lang="es-ES" sz="1200" b="1" i="0" dirty="0">
                <a:solidFill>
                  <a:srgbClr val="222222"/>
                </a:solidFill>
                <a:effectLst/>
                <a:latin typeface="Segoe UI" panose="020B0502040204020203" pitchFamily="34" charset="0"/>
              </a:rPr>
              <a:t> Botón con Icono de (+)</a:t>
            </a:r>
            <a:r>
              <a:rPr lang="es-ES" sz="1200" b="0" i="0" dirty="0">
                <a:solidFill>
                  <a:srgbClr val="222222"/>
                </a:solidFill>
                <a:effectLst/>
                <a:latin typeface="Segoe UI" panose="020B0502040204020203" pitchFamily="34" charset="0"/>
              </a:rPr>
              <a:t> el cual servirá para crear una orden, </a:t>
            </a:r>
            <a:r>
              <a:rPr lang="es-ES" sz="1200" i="0" dirty="0">
                <a:solidFill>
                  <a:srgbClr val="222222"/>
                </a:solidFill>
                <a:effectLst/>
                <a:latin typeface="Segoe UI" panose="020B0502040204020203" pitchFamily="34" charset="0"/>
              </a:rPr>
              <a:t>el</a:t>
            </a:r>
            <a:r>
              <a:rPr lang="es-ES" sz="1200" b="1" i="0" dirty="0">
                <a:solidFill>
                  <a:srgbClr val="222222"/>
                </a:solidFill>
                <a:effectLst/>
                <a:latin typeface="Segoe UI" panose="020B0502040204020203" pitchFamily="34" charset="0"/>
              </a:rPr>
              <a:t> Botón con icono de (Lápiz) </a:t>
            </a:r>
            <a:r>
              <a:rPr lang="es-ES" sz="1200" b="0" i="0" dirty="0">
                <a:solidFill>
                  <a:srgbClr val="222222"/>
                </a:solidFill>
                <a:effectLst/>
                <a:latin typeface="Segoe UI" panose="020B0502040204020203" pitchFamily="34" charset="0"/>
              </a:rPr>
              <a:t>servirá para Editar/Modificar una Orden, el </a:t>
            </a:r>
            <a:r>
              <a:rPr lang="es-ES" sz="1200" b="1" i="0" dirty="0">
                <a:solidFill>
                  <a:srgbClr val="222222"/>
                </a:solidFill>
                <a:effectLst/>
                <a:latin typeface="Segoe UI" panose="020B0502040204020203" pitchFamily="34" charset="0"/>
              </a:rPr>
              <a:t>Botón con icono(Lupa) </a:t>
            </a:r>
            <a:r>
              <a:rPr lang="es-ES" sz="1200" b="0" i="0" dirty="0">
                <a:solidFill>
                  <a:srgbClr val="222222"/>
                </a:solidFill>
                <a:effectLst/>
                <a:latin typeface="Segoe UI" panose="020B0502040204020203" pitchFamily="34" charset="0"/>
              </a:rPr>
              <a:t>permitirá realizar la Búsqueda de una orden y el </a:t>
            </a:r>
            <a:r>
              <a:rPr lang="es-ES" sz="1200" b="1" i="0" dirty="0">
                <a:solidFill>
                  <a:srgbClr val="222222"/>
                </a:solidFill>
                <a:effectLst/>
                <a:latin typeface="Segoe UI" panose="020B0502040204020203" pitchFamily="34" charset="0"/>
              </a:rPr>
              <a:t>Botón con icono(Disquete) </a:t>
            </a:r>
            <a:r>
              <a:rPr lang="es-ES" sz="1200" b="0" i="0" dirty="0">
                <a:solidFill>
                  <a:srgbClr val="222222"/>
                </a:solidFill>
                <a:effectLst/>
                <a:latin typeface="Segoe UI" panose="020B0502040204020203" pitchFamily="34" charset="0"/>
              </a:rPr>
              <a:t>que aparece en la parte superior derecha será para guardar la información de la orden</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3" name="Imagen 2" descr="Interfaz de usuario gráfica, Aplicación, Tabla, Excel&#10;&#10;Descripción generada automáticamente">
            <a:extLst>
              <a:ext uri="{FF2B5EF4-FFF2-40B4-BE49-F238E27FC236}">
                <a16:creationId xmlns:a16="http://schemas.microsoft.com/office/drawing/2014/main" id="{DB444C37-12FF-49CB-BEE5-193A8CA5C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4" y="2070140"/>
            <a:ext cx="7920879" cy="4743236"/>
          </a:xfrm>
          <a:prstGeom prst="rect">
            <a:avLst/>
          </a:prstGeom>
        </p:spPr>
      </p:pic>
    </p:spTree>
    <p:extLst>
      <p:ext uri="{BB962C8B-B14F-4D97-AF65-F5344CB8AC3E}">
        <p14:creationId xmlns:p14="http://schemas.microsoft.com/office/powerpoint/2010/main" val="2260937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11204</TotalTime>
  <Words>441</Words>
  <Application>Microsoft Office PowerPoint</Application>
  <PresentationFormat>Presentación en pantalla (4:3)</PresentationFormat>
  <Paragraphs>14</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Calibri</vt:lpstr>
      <vt:lpstr>Century Gothic</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 DE LA ROSA</dc:creator>
  <cp:lastModifiedBy>Francisco Esteban</cp:lastModifiedBy>
  <cp:revision>235</cp:revision>
  <dcterms:created xsi:type="dcterms:W3CDTF">2019-09-04T16:36:39Z</dcterms:created>
  <dcterms:modified xsi:type="dcterms:W3CDTF">2021-04-30T22:32:56Z</dcterms:modified>
</cp:coreProperties>
</file>