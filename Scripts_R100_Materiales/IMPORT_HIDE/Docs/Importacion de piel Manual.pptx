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398" r:id="rId2"/>
    <p:sldId id="399" r:id="rId3"/>
    <p:sldId id="400"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1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43" autoAdjust="0"/>
  </p:normalViewPr>
  <p:slideViewPr>
    <p:cSldViewPr>
      <p:cViewPr>
        <p:scale>
          <a:sx n="100" d="100"/>
          <a:sy n="100" d="100"/>
        </p:scale>
        <p:origin x="946" y="-5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B1792-3256-4E77-8442-3E205CD69EF5}" type="datetimeFigureOut">
              <a:rPr lang="en-US" smtClean="0"/>
              <a:t>11/10/2020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94EBC-6D71-45FE-903C-8A150E9C6E36}" type="slidenum">
              <a:rPr lang="en-US" smtClean="0"/>
              <a:t>‹Nº›</a:t>
            </a:fld>
            <a:endParaRPr lang="en-US"/>
          </a:p>
        </p:txBody>
      </p:sp>
    </p:spTree>
    <p:extLst>
      <p:ext uri="{BB962C8B-B14F-4D97-AF65-F5344CB8AC3E}">
        <p14:creationId xmlns:p14="http://schemas.microsoft.com/office/powerpoint/2010/main" val="395803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558649-2619-44F9-8F30-2D6466E57529}" type="datetimeFigureOut">
              <a:rPr lang="en-US" smtClean="0"/>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96071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292607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558649-2619-44F9-8F30-2D6466E57529}" type="datetimeFigureOut">
              <a:rPr lang="en-US" smtClean="0"/>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987656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558649-2619-44F9-8F30-2D6466E57529}" type="datetimeFigureOut">
              <a:rPr lang="en-US" smtClean="0"/>
              <a:t>11/10/2020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255953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558649-2619-44F9-8F30-2D6466E57529}" type="datetimeFigureOut">
              <a:rPr lang="en-US" smtClean="0"/>
              <a:t>11/10/2020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00229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558649-2619-44F9-8F30-2D6466E57529}" type="datetimeFigureOut">
              <a:rPr lang="en-US" smtClean="0"/>
              <a:t>11/10/2020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615265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558649-2619-44F9-8F30-2D6466E57529}" type="datetimeFigureOut">
              <a:rPr lang="en-US" smtClean="0"/>
              <a:t>11/10/2020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608497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11/10/2020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84216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11/10/2020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897867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10161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11/10/2020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45085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3000" r="-1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558649-2619-44F9-8F30-2D6466E57529}" type="datetimeFigureOut">
              <a:rPr lang="en-US" smtClean="0"/>
              <a:t>11/10/2020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2C82F-0308-4DBA-BE8F-4BAE5E1F79A6}" type="slidenum">
              <a:rPr lang="en-US" smtClean="0"/>
              <a:t>‹Nº›</a:t>
            </a:fld>
            <a:endParaRPr lang="en-US"/>
          </a:p>
        </p:txBody>
      </p:sp>
    </p:spTree>
    <p:extLst>
      <p:ext uri="{BB962C8B-B14F-4D97-AF65-F5344CB8AC3E}">
        <p14:creationId xmlns:p14="http://schemas.microsoft.com/office/powerpoint/2010/main" val="3380506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a:t>
            </a:r>
            <a:r>
              <a:rPr lang="es-ES" sz="2000" dirty="0" err="1">
                <a:solidFill>
                  <a:srgbClr val="3F1900"/>
                </a:solidFill>
              </a:rPr>
              <a:t>Import</a:t>
            </a:r>
            <a:r>
              <a:rPr lang="es-ES" sz="2000" dirty="0">
                <a:solidFill>
                  <a:srgbClr val="3F1900"/>
                </a:solidFill>
              </a:rPr>
              <a:t> </a:t>
            </a:r>
            <a:r>
              <a:rPr lang="es-ES" sz="2000" dirty="0" err="1">
                <a:solidFill>
                  <a:srgbClr val="3F1900"/>
                </a:solidFill>
              </a:rPr>
              <a:t>Hides</a:t>
            </a:r>
            <a:r>
              <a:rPr lang="es-ES" sz="2000" dirty="0">
                <a:solidFill>
                  <a:srgbClr val="3F1900"/>
                </a:solidFill>
              </a:rPr>
              <a:t>: Importación de Pieles.</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276999"/>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Se </a:t>
            </a:r>
            <a:r>
              <a:rPr lang="es-ES" sz="1200" dirty="0">
                <a:solidFill>
                  <a:srgbClr val="222222"/>
                </a:solidFill>
                <a:latin typeface="Segoe UI" panose="020B0502040204020203" pitchFamily="34" charset="0"/>
              </a:rPr>
              <a:t>agrego opción </a:t>
            </a:r>
            <a:r>
              <a:rPr lang="es-ES" sz="1200" b="1" dirty="0" err="1">
                <a:solidFill>
                  <a:srgbClr val="222222"/>
                </a:solidFill>
                <a:latin typeface="Segoe UI" panose="020B0502040204020203" pitchFamily="34" charset="0"/>
              </a:rPr>
              <a:t>Import</a:t>
            </a:r>
            <a:r>
              <a:rPr lang="es-ES" sz="1200" b="1" dirty="0">
                <a:solidFill>
                  <a:srgbClr val="222222"/>
                </a:solidFill>
                <a:latin typeface="Segoe UI" panose="020B0502040204020203" pitchFamily="34" charset="0"/>
              </a:rPr>
              <a:t> Manual </a:t>
            </a:r>
            <a:r>
              <a:rPr lang="es-ES" sz="1200" dirty="0">
                <a:solidFill>
                  <a:srgbClr val="222222"/>
                </a:solidFill>
                <a:latin typeface="Segoe UI" panose="020B0502040204020203" pitchFamily="34" charset="0"/>
              </a:rPr>
              <a:t>para importar las pieles que no llegan por sistema.</a:t>
            </a:r>
            <a:endParaRPr lang="es-ES" sz="1200" b="0" i="0" dirty="0">
              <a:solidFill>
                <a:srgbClr val="222222"/>
              </a:solidFill>
              <a:effectLst/>
              <a:latin typeface="Segoe UI" panose="020B0502040204020203" pitchFamily="34" charset="0"/>
            </a:endParaRPr>
          </a:p>
        </p:txBody>
      </p:sp>
      <p:pic>
        <p:nvPicPr>
          <p:cNvPr id="6" name="Imagen 5" descr="Interfaz de usuario gráfica, Aplicación, Tabla, Excel&#10;&#10;Descripción generada automáticamente">
            <a:extLst>
              <a:ext uri="{FF2B5EF4-FFF2-40B4-BE49-F238E27FC236}">
                <a16:creationId xmlns:a16="http://schemas.microsoft.com/office/drawing/2014/main" id="{1ED5DAC9-9A05-4442-A126-7BB2FC1ACCCE}"/>
              </a:ext>
            </a:extLst>
          </p:cNvPr>
          <p:cNvPicPr>
            <a:picLocks noChangeAspect="1"/>
          </p:cNvPicPr>
          <p:nvPr/>
        </p:nvPicPr>
        <p:blipFill rotWithShape="1">
          <a:blip r:embed="rId2">
            <a:extLst>
              <a:ext uri="{28A0092B-C50C-407E-A947-70E740481C1C}">
                <a14:useLocalDpi xmlns:a14="http://schemas.microsoft.com/office/drawing/2010/main" val="0"/>
              </a:ext>
            </a:extLst>
          </a:blip>
          <a:srcRect r="906"/>
          <a:stretch/>
        </p:blipFill>
        <p:spPr>
          <a:xfrm>
            <a:off x="1115614" y="1412776"/>
            <a:ext cx="7848873" cy="5400600"/>
          </a:xfrm>
          <a:prstGeom prst="rect">
            <a:avLst/>
          </a:prstGeom>
        </p:spPr>
      </p:pic>
      <p:sp>
        <p:nvSpPr>
          <p:cNvPr id="7" name="Rectángulo 6">
            <a:extLst>
              <a:ext uri="{FF2B5EF4-FFF2-40B4-BE49-F238E27FC236}">
                <a16:creationId xmlns:a16="http://schemas.microsoft.com/office/drawing/2014/main" id="{E7C2730C-41A3-4272-A3B0-5526E97049DC}"/>
              </a:ext>
            </a:extLst>
          </p:cNvPr>
          <p:cNvSpPr/>
          <p:nvPr/>
        </p:nvSpPr>
        <p:spPr>
          <a:xfrm>
            <a:off x="7164288" y="6165304"/>
            <a:ext cx="504056" cy="16922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3263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Pantalla Importar Piel Manual.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1015663"/>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Al dar clic en el botón </a:t>
            </a:r>
            <a:r>
              <a:rPr lang="es-ES" sz="1200" b="1" dirty="0" err="1">
                <a:solidFill>
                  <a:srgbClr val="222222"/>
                </a:solidFill>
                <a:latin typeface="Segoe UI" panose="020B0502040204020203" pitchFamily="34" charset="0"/>
              </a:rPr>
              <a:t>Import</a:t>
            </a:r>
            <a:r>
              <a:rPr lang="es-ES" sz="1200" b="1" dirty="0">
                <a:solidFill>
                  <a:srgbClr val="222222"/>
                </a:solidFill>
                <a:latin typeface="Segoe UI" panose="020B0502040204020203" pitchFamily="34" charset="0"/>
              </a:rPr>
              <a:t> Manual </a:t>
            </a:r>
            <a:r>
              <a:rPr lang="es-ES" sz="1200" dirty="0">
                <a:solidFill>
                  <a:srgbClr val="222222"/>
                </a:solidFill>
                <a:latin typeface="Segoe UI" panose="020B0502040204020203" pitchFamily="34" charset="0"/>
              </a:rPr>
              <a:t>mencionado anteriormente, se abrirá la siguiente pantalla, que nos permitirá capturar los datos necesarios para la importación de las pieles/tickets,  una vez capturadas la pieles damos clic en el botón que se encuentra en la parte superior del lado izquierdo de la pantalla que tiene el icono de la impresora el cual nos permitirá guardar la importación de las pieles en sistema e imprimir las etiquetas, el segundo botón nos permitirá refrescar la pantalla.</a:t>
            </a:r>
            <a:endParaRPr lang="es-ES" sz="1200" b="0" i="0" dirty="0">
              <a:solidFill>
                <a:srgbClr val="222222"/>
              </a:solidFill>
              <a:effectLst/>
              <a:latin typeface="Segoe UI" panose="020B0502040204020203" pitchFamily="34" charset="0"/>
            </a:endParaRPr>
          </a:p>
        </p:txBody>
      </p:sp>
      <p:pic>
        <p:nvPicPr>
          <p:cNvPr id="3" name="Imagen 2" descr="Interfaz de usuario gráfica, Texto, Aplicación, Correo electrónico&#10;&#10;Descripción generada automáticamente">
            <a:extLst>
              <a:ext uri="{FF2B5EF4-FFF2-40B4-BE49-F238E27FC236}">
                <a16:creationId xmlns:a16="http://schemas.microsoft.com/office/drawing/2014/main" id="{43D7E370-2449-4AA4-89EC-7E32B1C840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408" y="2070140"/>
            <a:ext cx="7920879" cy="4672968"/>
          </a:xfrm>
          <a:prstGeom prst="rect">
            <a:avLst/>
          </a:prstGeom>
        </p:spPr>
      </p:pic>
    </p:spTree>
    <p:extLst>
      <p:ext uri="{BB962C8B-B14F-4D97-AF65-F5344CB8AC3E}">
        <p14:creationId xmlns:p14="http://schemas.microsoft.com/office/powerpoint/2010/main" val="2073982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3408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Puntos a tomar en cuenta.</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115615" y="1054477"/>
            <a:ext cx="7920879" cy="1200329"/>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Las personas autorizadas que tendrán habilitada la opción</a:t>
            </a:r>
            <a:r>
              <a:rPr lang="es-ES" sz="1200" b="1" dirty="0">
                <a:solidFill>
                  <a:srgbClr val="222222"/>
                </a:solidFill>
                <a:latin typeface="Segoe UI" panose="020B0502040204020203" pitchFamily="34" charset="0"/>
              </a:rPr>
              <a:t> </a:t>
            </a:r>
            <a:r>
              <a:rPr lang="es-ES" sz="1200" b="1" dirty="0" err="1">
                <a:solidFill>
                  <a:srgbClr val="222222"/>
                </a:solidFill>
                <a:latin typeface="Segoe UI" panose="020B0502040204020203" pitchFamily="34" charset="0"/>
              </a:rPr>
              <a:t>Import</a:t>
            </a:r>
            <a:r>
              <a:rPr lang="es-ES" sz="1200" b="1" dirty="0">
                <a:solidFill>
                  <a:srgbClr val="222222"/>
                </a:solidFill>
                <a:latin typeface="Segoe UI" panose="020B0502040204020203" pitchFamily="34" charset="0"/>
              </a:rPr>
              <a:t> Manual </a:t>
            </a:r>
            <a:r>
              <a:rPr lang="es-ES" sz="1200" dirty="0">
                <a:solidFill>
                  <a:srgbClr val="222222"/>
                </a:solidFill>
                <a:latin typeface="Segoe UI" panose="020B0502040204020203" pitchFamily="34" charset="0"/>
              </a:rPr>
              <a:t>en la pantalla de </a:t>
            </a:r>
            <a:r>
              <a:rPr lang="es-ES" sz="1200" b="1" dirty="0" err="1">
                <a:solidFill>
                  <a:srgbClr val="222222"/>
                </a:solidFill>
                <a:latin typeface="Segoe UI" panose="020B0502040204020203" pitchFamily="34" charset="0"/>
              </a:rPr>
              <a:t>Import</a:t>
            </a:r>
            <a:r>
              <a:rPr lang="es-ES" sz="1200" b="1" dirty="0">
                <a:solidFill>
                  <a:srgbClr val="222222"/>
                </a:solidFill>
                <a:latin typeface="Segoe UI" panose="020B0502040204020203" pitchFamily="34" charset="0"/>
              </a:rPr>
              <a:t> </a:t>
            </a:r>
            <a:r>
              <a:rPr lang="es-ES" sz="1200" b="1" dirty="0" err="1">
                <a:solidFill>
                  <a:srgbClr val="222222"/>
                </a:solidFill>
                <a:latin typeface="Segoe UI" panose="020B0502040204020203" pitchFamily="34" charset="0"/>
              </a:rPr>
              <a:t>Hides</a:t>
            </a:r>
            <a:r>
              <a:rPr lang="es-ES" sz="1200" b="1" dirty="0">
                <a:solidFill>
                  <a:srgbClr val="222222"/>
                </a:solidFill>
                <a:latin typeface="Segoe UI" panose="020B0502040204020203" pitchFamily="34" charset="0"/>
              </a:rPr>
              <a:t> #065 </a:t>
            </a:r>
            <a:r>
              <a:rPr lang="es-ES" sz="1200" dirty="0">
                <a:solidFill>
                  <a:srgbClr val="222222"/>
                </a:solidFill>
                <a:latin typeface="Segoe UI" panose="020B0502040204020203" pitchFamily="34" charset="0"/>
              </a:rPr>
              <a:t>serán: </a:t>
            </a:r>
            <a:r>
              <a:rPr lang="es-ES" sz="1200" b="1" dirty="0">
                <a:solidFill>
                  <a:srgbClr val="222222"/>
                </a:solidFill>
                <a:latin typeface="Segoe UI" panose="020B0502040204020203" pitchFamily="34" charset="0"/>
              </a:rPr>
              <a:t>Fernando </a:t>
            </a:r>
            <a:r>
              <a:rPr lang="es-ES" sz="1200" b="1" dirty="0" err="1">
                <a:solidFill>
                  <a:srgbClr val="222222"/>
                </a:solidFill>
                <a:latin typeface="Segoe UI" panose="020B0502040204020203" pitchFamily="34" charset="0"/>
              </a:rPr>
              <a:t>Garcia</a:t>
            </a:r>
            <a:r>
              <a:rPr lang="es-ES" sz="1200" b="1" dirty="0">
                <a:solidFill>
                  <a:srgbClr val="222222"/>
                </a:solidFill>
                <a:latin typeface="Segoe UI" panose="020B0502040204020203" pitchFamily="34" charset="0"/>
              </a:rPr>
              <a:t> </a:t>
            </a:r>
            <a:r>
              <a:rPr lang="es-ES" sz="1200" dirty="0">
                <a:solidFill>
                  <a:srgbClr val="222222"/>
                </a:solidFill>
                <a:latin typeface="Segoe UI" panose="020B0502040204020203" pitchFamily="34" charset="0"/>
              </a:rPr>
              <a:t>y </a:t>
            </a:r>
            <a:r>
              <a:rPr lang="es-ES" sz="1200" b="1" dirty="0" err="1">
                <a:solidFill>
                  <a:srgbClr val="222222"/>
                </a:solidFill>
                <a:latin typeface="Segoe UI" panose="020B0502040204020203" pitchFamily="34" charset="0"/>
              </a:rPr>
              <a:t>Jose</a:t>
            </a:r>
            <a:r>
              <a:rPr lang="es-ES" sz="1200" b="1" dirty="0">
                <a:solidFill>
                  <a:srgbClr val="222222"/>
                </a:solidFill>
                <a:latin typeface="Segoe UI" panose="020B0502040204020203" pitchFamily="34" charset="0"/>
              </a:rPr>
              <a:t> Alfredo </a:t>
            </a:r>
            <a:r>
              <a:rPr lang="es-ES" sz="1200" b="1" dirty="0" err="1">
                <a:solidFill>
                  <a:srgbClr val="222222"/>
                </a:solidFill>
                <a:latin typeface="Segoe UI" panose="020B0502040204020203" pitchFamily="34" charset="0"/>
              </a:rPr>
              <a:t>Alanis</a:t>
            </a:r>
            <a:r>
              <a:rPr lang="es-ES" sz="1200" b="1" dirty="0">
                <a:solidFill>
                  <a:srgbClr val="222222"/>
                </a:solidFill>
                <a:latin typeface="Segoe UI" panose="020B0502040204020203" pitchFamily="34" charset="0"/>
              </a:rPr>
              <a:t>.</a:t>
            </a:r>
          </a:p>
          <a:p>
            <a:endParaRPr lang="es-ES" sz="1200" b="1" dirty="0">
              <a:solidFill>
                <a:srgbClr val="222222"/>
              </a:solidFill>
              <a:latin typeface="Segoe UI" panose="020B0502040204020203" pitchFamily="34" charset="0"/>
            </a:endParaRPr>
          </a:p>
          <a:p>
            <a:pPr>
              <a:buFont typeface="Arial" panose="020B0604020202020204" pitchFamily="34" charset="0"/>
              <a:buChar char="•"/>
            </a:pPr>
            <a:r>
              <a:rPr lang="es-ES" sz="1200" dirty="0">
                <a:solidFill>
                  <a:srgbClr val="222222"/>
                </a:solidFill>
                <a:latin typeface="Segoe UI" panose="020B0502040204020203" pitchFamily="34" charset="0"/>
              </a:rPr>
              <a:t>Toda actividad realizada en esta pantalla estará monitoreada, por lo cual se les recomienda utilizar la pantalla de la mejor manera.</a:t>
            </a:r>
          </a:p>
          <a:p>
            <a:pPr>
              <a:buFont typeface="Arial" panose="020B0604020202020204" pitchFamily="34" charset="0"/>
              <a:buChar char="•"/>
            </a:pPr>
            <a:endParaRPr lang="es-ES" sz="1200" dirty="0">
              <a:solidFill>
                <a:srgbClr val="222222"/>
              </a:solidFill>
              <a:latin typeface="Segoe UI" panose="020B0502040204020203" pitchFamily="34" charset="0"/>
            </a:endParaRPr>
          </a:p>
        </p:txBody>
      </p:sp>
    </p:spTree>
    <p:extLst>
      <p:ext uri="{BB962C8B-B14F-4D97-AF65-F5344CB8AC3E}">
        <p14:creationId xmlns:p14="http://schemas.microsoft.com/office/powerpoint/2010/main" val="3850474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11088</TotalTime>
  <Words>176</Words>
  <Application>Microsoft Office PowerPoint</Application>
  <PresentationFormat>Presentación en pantalla (4:3)</PresentationFormat>
  <Paragraphs>8</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Arial</vt:lpstr>
      <vt:lpstr>Calibri</vt:lpstr>
      <vt:lpstr>Segoe UI</vt:lpstr>
      <vt:lpstr>Office Theme</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AX DE LA ROSA</dc:creator>
  <cp:lastModifiedBy>Francisco Esteban</cp:lastModifiedBy>
  <cp:revision>221</cp:revision>
  <dcterms:created xsi:type="dcterms:W3CDTF">2019-09-04T16:36:39Z</dcterms:created>
  <dcterms:modified xsi:type="dcterms:W3CDTF">2020-11-10T17:50:24Z</dcterms:modified>
</cp:coreProperties>
</file>