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398" r:id="rId2"/>
    <p:sldId id="399" r:id="rId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343" autoAdjust="0"/>
  </p:normalViewPr>
  <p:slideViewPr>
    <p:cSldViewPr>
      <p:cViewPr>
        <p:scale>
          <a:sx n="100" d="100"/>
          <a:sy n="100" d="100"/>
        </p:scale>
        <p:origin x="1914" y="3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3/13/2021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Lot Track: Seguimiento de Lotes.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15615" y="1054477"/>
            <a:ext cx="7920879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mo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difico la Pantalla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Lot Track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, ya que el reporte anterior no estaba mostrando la información completa y la forma en que se  mostraba era en un archivo Excel, se complemento la información que no se estaba mostrando y dicha información se puede visualizar en una pantalla  donde podemos filtrar mas fácil la información y descargar en formato PDF.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 descr="Interfaz de usuario gráfica, Aplicación&#10;&#10;Descripción generada automáticamente">
            <a:extLst>
              <a:ext uri="{FF2B5EF4-FFF2-40B4-BE49-F238E27FC236}">
                <a16:creationId xmlns:a16="http://schemas.microsoft.com/office/drawing/2014/main" id="{CB516BC3-F76C-42F3-AF2C-6640EE5E51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614" y="1885474"/>
            <a:ext cx="7920879" cy="492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2635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Lot Track: Seguimiento de Lotes.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pic>
        <p:nvPicPr>
          <p:cNvPr id="5" name="Imagen 4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D05F150F-AA93-4ED4-872D-A267594593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7408" y="908720"/>
            <a:ext cx="7949088" cy="590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2635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11122</TotalTime>
  <Words>77</Words>
  <Application>Microsoft Office PowerPoint</Application>
  <PresentationFormat>Presentación en pantalla (4:3)</PresentationFormat>
  <Paragraphs>3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6" baseType="lpstr">
      <vt:lpstr>Arial</vt:lpstr>
      <vt:lpstr>Calibri</vt:lpstr>
      <vt:lpstr>Segoe UI</vt:lpstr>
      <vt:lpstr>Office Theme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224</cp:revision>
  <dcterms:created xsi:type="dcterms:W3CDTF">2019-09-04T16:36:39Z</dcterms:created>
  <dcterms:modified xsi:type="dcterms:W3CDTF">2021-03-13T15:19:44Z</dcterms:modified>
</cp:coreProperties>
</file>