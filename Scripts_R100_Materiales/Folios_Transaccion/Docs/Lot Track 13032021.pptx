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400" r:id="rId2"/>
    <p:sldId id="398" r:id="rId3"/>
    <p:sldId id="403" r:id="rId4"/>
    <p:sldId id="402" r:id="rId5"/>
    <p:sldId id="401" r:id="rId6"/>
    <p:sldId id="399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1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343" autoAdjust="0"/>
  </p:normalViewPr>
  <p:slideViewPr>
    <p:cSldViewPr>
      <p:cViewPr>
        <p:scale>
          <a:sx n="100" d="100"/>
          <a:sy n="100" d="100"/>
        </p:scale>
        <p:origin x="1914" y="3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B1792-3256-4E77-8442-3E205CD69EF5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4EBC-6D71-45FE-903C-8A150E9C6E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1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0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5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2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6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1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6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58649-2619-44F9-8F30-2D6466E5752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0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18/10/2021 – 22/10/2021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878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Lot Track: Seguimiento de Lotes por Color.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15615" y="1054477"/>
            <a:ext cx="79208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mo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difico la Pantalla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Lot Track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para poder realizar la búsqueda por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Color de Piel y Año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, el resultado de la búsqueda nos arrojara el detallado de los lotes que se importaron para ese color en el año especificado.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A9FACE4-5435-4004-B7EE-67CD49169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606" y="1700808"/>
            <a:ext cx="3676650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263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Lot Track: Seguimiento de Lotes por Color.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BEE2985-B313-425D-82F0-3012D10CC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121" y="980728"/>
            <a:ext cx="7813374" cy="57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72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>
                <a:latin typeface="Century Gothic" panose="020B0502020202020204" pitchFamily="34" charset="0"/>
              </a:rPr>
              <a:t>08/03/2021 – 12/03/2021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314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Lot Track: Seguimiento de Lotes.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15615" y="1054477"/>
            <a:ext cx="79208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mo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difico la Pantalla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Lot Track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, ya que el reporte anterior no estaba mostrando la información completa y la forma en que se  mostraba era en un archivo Excel, se complemento la información que no se estaba mostrando y dicha información se puede visualizar en una pantalla  donde podemos filtrar mas fácil la información y descargar en formato PDF.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CB516BC3-F76C-42F3-AF2C-6640EE5E5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4" y="1885474"/>
            <a:ext cx="7920879" cy="492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659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Lot Track: Seguimiento de Lotes.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D05F150F-AA93-4ED4-872D-A26759459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08" y="908720"/>
            <a:ext cx="7949088" cy="590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263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11150</TotalTime>
  <Words>143</Words>
  <Application>Microsoft Office PowerPoint</Application>
  <PresentationFormat>Presentación en pantalla (4:3)</PresentationFormat>
  <Paragraphs>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Century Gothic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AX DE LA ROSA</dc:creator>
  <cp:lastModifiedBy>Francisco Esteban</cp:lastModifiedBy>
  <cp:revision>226</cp:revision>
  <dcterms:created xsi:type="dcterms:W3CDTF">2019-09-04T16:36:39Z</dcterms:created>
  <dcterms:modified xsi:type="dcterms:W3CDTF">2021-10-25T13:36:14Z</dcterms:modified>
</cp:coreProperties>
</file>