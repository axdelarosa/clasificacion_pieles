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400" r:id="rId2"/>
    <p:sldId id="398" r:id="rId3"/>
    <p:sldId id="405" r:id="rId4"/>
    <p:sldId id="403" r:id="rId5"/>
    <p:sldId id="406" r:id="rId6"/>
    <p:sldId id="404" r:id="rId7"/>
    <p:sldId id="407" r:id="rId8"/>
    <p:sldId id="408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43" autoAdjust="0"/>
  </p:normalViewPr>
  <p:slideViewPr>
    <p:cSldViewPr>
      <p:cViewPr>
        <p:scale>
          <a:sx n="100" d="100"/>
          <a:sy n="100" d="100"/>
        </p:scale>
        <p:origin x="1914" y="3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11/8/2021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11/8/2021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01/11/2021 – 05/11/2021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87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Stock Status: Formato (</a:t>
            </a:r>
            <a:r>
              <a:rPr lang="es-ES" sz="2000" dirty="0" err="1">
                <a:solidFill>
                  <a:srgbClr val="3F1900"/>
                </a:solidFill>
              </a:rPr>
              <a:t>pdf</a:t>
            </a:r>
            <a:r>
              <a:rPr lang="es-ES" sz="2000" dirty="0">
                <a:solidFill>
                  <a:srgbClr val="3F1900"/>
                </a:solidFill>
              </a:rPr>
              <a:t>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15615" y="1054477"/>
            <a:ext cx="792087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difico la Pantalla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Stock Status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y se cambio el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formato de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Excel a PDF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F1672D4-4602-414C-9239-B9F0A9413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772816"/>
            <a:ext cx="3590925" cy="208597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59E9AD5-C1D9-444B-980D-090CDEB24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1772817"/>
            <a:ext cx="3581400" cy="2085974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2805E16-227A-41A3-B1D0-B1F1F0C91B69}"/>
              </a:ext>
            </a:extLst>
          </p:cNvPr>
          <p:cNvSpPr/>
          <p:nvPr/>
        </p:nvSpPr>
        <p:spPr>
          <a:xfrm>
            <a:off x="1979712" y="1484784"/>
            <a:ext cx="2016224" cy="276999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Stock Status por Color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88822C3-26C4-44C1-B036-F2F700BA0D1F}"/>
              </a:ext>
            </a:extLst>
          </p:cNvPr>
          <p:cNvSpPr/>
          <p:nvPr/>
        </p:nvSpPr>
        <p:spPr>
          <a:xfrm>
            <a:off x="5796136" y="1484784"/>
            <a:ext cx="2088232" cy="276999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Stock Status por Locación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D7A127B-DFB7-4C70-96E1-19EE654BAD65}"/>
              </a:ext>
            </a:extLst>
          </p:cNvPr>
          <p:cNvSpPr/>
          <p:nvPr/>
        </p:nvSpPr>
        <p:spPr>
          <a:xfrm>
            <a:off x="5076056" y="3933056"/>
            <a:ext cx="3528392" cy="432048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/>
              <a:t>Esta</a:t>
            </a:r>
            <a:r>
              <a:rPr lang="en-US" sz="1200" dirty="0"/>
              <a:t> </a:t>
            </a:r>
            <a:r>
              <a:rPr lang="en-US" sz="1200" dirty="0" err="1"/>
              <a:t>opción</a:t>
            </a:r>
            <a:r>
              <a:rPr lang="en-US" sz="1200" dirty="0"/>
              <a:t> </a:t>
            </a:r>
            <a:r>
              <a:rPr lang="en-US" sz="1200" dirty="0" err="1"/>
              <a:t>sirve</a:t>
            </a:r>
            <a:r>
              <a:rPr lang="en-US" sz="1200" dirty="0"/>
              <a:t> para </a:t>
            </a:r>
            <a:r>
              <a:rPr lang="en-US" sz="1200" dirty="0" err="1"/>
              <a:t>ver</a:t>
            </a:r>
            <a:r>
              <a:rPr lang="en-US" sz="1200" dirty="0"/>
              <a:t> los </a:t>
            </a:r>
            <a:r>
              <a:rPr lang="en-US" sz="1200" dirty="0" err="1"/>
              <a:t>motivos</a:t>
            </a:r>
            <a:r>
              <a:rPr lang="en-US" sz="1200" dirty="0"/>
              <a:t> de </a:t>
            </a:r>
            <a:r>
              <a:rPr lang="en-US" sz="1200" dirty="0" err="1"/>
              <a:t>rechazos</a:t>
            </a:r>
            <a:r>
              <a:rPr lang="en-US" sz="1200" dirty="0"/>
              <a:t> de </a:t>
            </a:r>
            <a:r>
              <a:rPr lang="en-US" sz="1200" dirty="0" err="1"/>
              <a:t>lotes</a:t>
            </a:r>
            <a:r>
              <a:rPr lang="en-US" sz="1200" dirty="0"/>
              <a:t> </a:t>
            </a:r>
            <a:r>
              <a:rPr lang="en-US" sz="1200" dirty="0" err="1"/>
              <a:t>en</a:t>
            </a:r>
            <a:r>
              <a:rPr lang="en-US" sz="1200" dirty="0"/>
              <a:t> MQU </a:t>
            </a:r>
            <a:r>
              <a:rPr lang="en-US" sz="1200" dirty="0" err="1"/>
              <a:t>como</a:t>
            </a:r>
            <a:r>
              <a:rPr lang="en-US" sz="1200" dirty="0"/>
              <a:t> se </a:t>
            </a:r>
            <a:r>
              <a:rPr lang="en-US" sz="1200" dirty="0" err="1"/>
              <a:t>muestra</a:t>
            </a:r>
            <a:r>
              <a:rPr lang="en-US" sz="1200" dirty="0"/>
              <a:t> a </a:t>
            </a:r>
            <a:r>
              <a:rPr lang="en-US" sz="1200" dirty="0" err="1"/>
              <a:t>continuación</a:t>
            </a:r>
            <a:r>
              <a:rPr lang="en-US" sz="1200" dirty="0"/>
              <a:t>.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0281F8B-26A6-4822-822B-F8D63EAF4F17}"/>
              </a:ext>
            </a:extLst>
          </p:cNvPr>
          <p:cNvCxnSpPr>
            <a:cxnSpLocks/>
          </p:cNvCxnSpPr>
          <p:nvPr/>
        </p:nvCxnSpPr>
        <p:spPr>
          <a:xfrm>
            <a:off x="6156176" y="3573016"/>
            <a:ext cx="360040" cy="3600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263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CB77E7C-C67A-4EFE-AB6C-2EC16146C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912" y="1257726"/>
            <a:ext cx="7913592" cy="5555649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Stock Status: Formato (</a:t>
            </a:r>
            <a:r>
              <a:rPr lang="es-ES" sz="2000" dirty="0" err="1">
                <a:solidFill>
                  <a:srgbClr val="3F1900"/>
                </a:solidFill>
              </a:rPr>
              <a:t>pdf</a:t>
            </a:r>
            <a:r>
              <a:rPr lang="es-ES" sz="2000" dirty="0">
                <a:solidFill>
                  <a:srgbClr val="3F1900"/>
                </a:solidFill>
              </a:rPr>
              <a:t>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62416364-6129-4B35-9A24-D0AB80FF1EF1}"/>
              </a:ext>
            </a:extLst>
          </p:cNvPr>
          <p:cNvSpPr/>
          <p:nvPr/>
        </p:nvSpPr>
        <p:spPr>
          <a:xfrm>
            <a:off x="1159416" y="980728"/>
            <a:ext cx="794908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Vista previa de Stock Status por Color.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8967F7C-5DBD-42E5-8B41-D8308711180E}"/>
              </a:ext>
            </a:extLst>
          </p:cNvPr>
          <p:cNvSpPr/>
          <p:nvPr/>
        </p:nvSpPr>
        <p:spPr>
          <a:xfrm>
            <a:off x="4788024" y="1196752"/>
            <a:ext cx="3312368" cy="432049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Para los </a:t>
            </a:r>
            <a:r>
              <a:rPr lang="en-US" sz="1000" dirty="0" err="1"/>
              <a:t>colores</a:t>
            </a:r>
            <a:r>
              <a:rPr lang="en-US" sz="1000" dirty="0"/>
              <a:t> </a:t>
            </a:r>
            <a:r>
              <a:rPr lang="en-US" sz="1000" dirty="0" err="1"/>
              <a:t>controlados</a:t>
            </a:r>
            <a:r>
              <a:rPr lang="en-US" sz="1000" dirty="0"/>
              <a:t> </a:t>
            </a:r>
            <a:r>
              <a:rPr lang="en-US" sz="1000" dirty="0" err="1"/>
              <a:t>el</a:t>
            </a:r>
            <a:r>
              <a:rPr lang="en-US" sz="1000" dirty="0"/>
              <a:t> </a:t>
            </a:r>
            <a:r>
              <a:rPr lang="en-US" sz="1000" dirty="0" err="1"/>
              <a:t>sistema</a:t>
            </a:r>
            <a:r>
              <a:rPr lang="en-US" sz="1000" dirty="0"/>
              <a:t> </a:t>
            </a:r>
            <a:r>
              <a:rPr lang="en-US" sz="1000" dirty="0" err="1"/>
              <a:t>realiza</a:t>
            </a:r>
            <a:r>
              <a:rPr lang="en-US" sz="1000" dirty="0"/>
              <a:t> la </a:t>
            </a:r>
            <a:r>
              <a:rPr lang="en-US" sz="1000" dirty="0" err="1"/>
              <a:t>comparación</a:t>
            </a:r>
            <a:r>
              <a:rPr lang="en-US" sz="1000" dirty="0"/>
              <a:t> entre </a:t>
            </a:r>
            <a:r>
              <a:rPr lang="en-US" sz="1000" dirty="0" err="1"/>
              <a:t>Sqf</a:t>
            </a:r>
            <a:r>
              <a:rPr lang="en-US" sz="1000" dirty="0"/>
              <a:t> </a:t>
            </a:r>
            <a:r>
              <a:rPr lang="en-US" sz="1000" dirty="0" err="1"/>
              <a:t>cargados</a:t>
            </a:r>
            <a:r>
              <a:rPr lang="en-US" sz="1000" dirty="0"/>
              <a:t> y </a:t>
            </a:r>
            <a:r>
              <a:rPr lang="en-US" sz="1000" dirty="0" err="1"/>
              <a:t>Sqf</a:t>
            </a:r>
            <a:r>
              <a:rPr lang="en-US" sz="1000" dirty="0"/>
              <a:t> de </a:t>
            </a:r>
            <a:r>
              <a:rPr lang="en-US" sz="1000" dirty="0" err="1"/>
              <a:t>Pieles</a:t>
            </a:r>
            <a:r>
              <a:rPr lang="en-US" sz="1000" dirty="0"/>
              <a:t> por </a:t>
            </a:r>
            <a:r>
              <a:rPr lang="en-US" sz="1000" dirty="0" err="1"/>
              <a:t>lote</a:t>
            </a:r>
            <a:r>
              <a:rPr lang="en-US" sz="1000" dirty="0"/>
              <a:t>. 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159F7B84-B7FC-4D1D-8262-A5FC3A3B874E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5940152" y="1628801"/>
            <a:ext cx="504056" cy="7920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411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Stock Status: Formato (</a:t>
            </a:r>
            <a:r>
              <a:rPr lang="es-ES" sz="2000" dirty="0" err="1">
                <a:solidFill>
                  <a:srgbClr val="3F1900"/>
                </a:solidFill>
              </a:rPr>
              <a:t>pdf</a:t>
            </a:r>
            <a:r>
              <a:rPr lang="es-ES" sz="2000" dirty="0">
                <a:solidFill>
                  <a:srgbClr val="3F1900"/>
                </a:solidFill>
              </a:rPr>
              <a:t>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62416364-6129-4B35-9A24-D0AB80FF1EF1}"/>
              </a:ext>
            </a:extLst>
          </p:cNvPr>
          <p:cNvSpPr/>
          <p:nvPr/>
        </p:nvSpPr>
        <p:spPr>
          <a:xfrm>
            <a:off x="1159416" y="980728"/>
            <a:ext cx="794908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Vista previa de Stock Status por Color.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0208B7-3D4D-441E-A68F-702906C96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257727"/>
            <a:ext cx="7806043" cy="5555649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8967F7C-5DBD-42E5-8B41-D8308711180E}"/>
              </a:ext>
            </a:extLst>
          </p:cNvPr>
          <p:cNvSpPr/>
          <p:nvPr/>
        </p:nvSpPr>
        <p:spPr>
          <a:xfrm>
            <a:off x="4788024" y="1052737"/>
            <a:ext cx="3312368" cy="576064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Si la </a:t>
            </a:r>
            <a:r>
              <a:rPr lang="en-US" sz="1000" dirty="0" err="1"/>
              <a:t>comparación</a:t>
            </a:r>
            <a:r>
              <a:rPr lang="en-US" sz="1000" dirty="0"/>
              <a:t> entre </a:t>
            </a:r>
            <a:r>
              <a:rPr lang="en-US" sz="1000" dirty="0" err="1"/>
              <a:t>Sqf</a:t>
            </a:r>
            <a:r>
              <a:rPr lang="en-US" sz="1000" dirty="0"/>
              <a:t> </a:t>
            </a:r>
            <a:r>
              <a:rPr lang="en-US" sz="1000" dirty="0" err="1"/>
              <a:t>cargados</a:t>
            </a:r>
            <a:r>
              <a:rPr lang="en-US" sz="1000" dirty="0"/>
              <a:t> y </a:t>
            </a:r>
            <a:r>
              <a:rPr lang="en-US" sz="1000" dirty="0" err="1"/>
              <a:t>Sqf</a:t>
            </a:r>
            <a:r>
              <a:rPr lang="en-US" sz="1000" dirty="0"/>
              <a:t> de </a:t>
            </a:r>
            <a:r>
              <a:rPr lang="en-US" sz="1000" dirty="0" err="1"/>
              <a:t>Pieles</a:t>
            </a:r>
            <a:r>
              <a:rPr lang="en-US" sz="1000" dirty="0"/>
              <a:t> por </a:t>
            </a:r>
            <a:r>
              <a:rPr lang="en-US" sz="1000" dirty="0" err="1"/>
              <a:t>lote</a:t>
            </a:r>
            <a:r>
              <a:rPr lang="en-US" sz="1000" dirty="0"/>
              <a:t>, </a:t>
            </a:r>
            <a:r>
              <a:rPr lang="en-US" sz="1000" b="1" dirty="0"/>
              <a:t>no coincide </a:t>
            </a:r>
            <a:r>
              <a:rPr lang="en-US" sz="1000" b="1" dirty="0" err="1"/>
              <a:t>pinta</a:t>
            </a:r>
            <a:r>
              <a:rPr lang="en-US" sz="1000" b="1" dirty="0"/>
              <a:t> de </a:t>
            </a:r>
            <a:r>
              <a:rPr lang="en-US" sz="1000" b="1" dirty="0" err="1"/>
              <a:t>rojo</a:t>
            </a:r>
            <a:r>
              <a:rPr lang="en-US" sz="1000" b="1" dirty="0"/>
              <a:t> </a:t>
            </a:r>
            <a:r>
              <a:rPr lang="en-US" sz="1000" b="1" dirty="0" err="1"/>
              <a:t>el</a:t>
            </a:r>
            <a:r>
              <a:rPr lang="en-US" sz="1000" b="1" dirty="0"/>
              <a:t> </a:t>
            </a:r>
            <a:r>
              <a:rPr lang="en-US" sz="1000" b="1" dirty="0" err="1"/>
              <a:t>Sqf</a:t>
            </a:r>
            <a:r>
              <a:rPr lang="en-US" sz="1000" b="1" dirty="0"/>
              <a:t> de </a:t>
            </a:r>
            <a:r>
              <a:rPr lang="en-US" sz="1000" b="1" dirty="0" err="1"/>
              <a:t>Pieles</a:t>
            </a:r>
            <a:r>
              <a:rPr lang="en-US" sz="1000" dirty="0"/>
              <a:t>. 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159F7B84-B7FC-4D1D-8262-A5FC3A3B874E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5868144" y="1628801"/>
            <a:ext cx="576064" cy="8640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72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06670C-5600-465E-8C8A-EA9B23FC7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268760"/>
            <a:ext cx="7992888" cy="5544616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Stock Status: Formato (</a:t>
            </a:r>
            <a:r>
              <a:rPr lang="es-ES" sz="2000" dirty="0" err="1">
                <a:solidFill>
                  <a:srgbClr val="3F1900"/>
                </a:solidFill>
              </a:rPr>
              <a:t>pdf</a:t>
            </a:r>
            <a:r>
              <a:rPr lang="es-ES" sz="2000" dirty="0">
                <a:solidFill>
                  <a:srgbClr val="3F1900"/>
                </a:solidFill>
              </a:rPr>
              <a:t>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62416364-6129-4B35-9A24-D0AB80FF1EF1}"/>
              </a:ext>
            </a:extLst>
          </p:cNvPr>
          <p:cNvSpPr/>
          <p:nvPr/>
        </p:nvSpPr>
        <p:spPr>
          <a:xfrm>
            <a:off x="1159416" y="980728"/>
            <a:ext cx="794908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Vista previa de Stock Status.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8967F7C-5DBD-42E5-8B41-D8308711180E}"/>
              </a:ext>
            </a:extLst>
          </p:cNvPr>
          <p:cNvSpPr/>
          <p:nvPr/>
        </p:nvSpPr>
        <p:spPr>
          <a:xfrm>
            <a:off x="4788024" y="1052737"/>
            <a:ext cx="3312368" cy="576064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Para los </a:t>
            </a:r>
            <a:r>
              <a:rPr lang="en-US" sz="1000" dirty="0" err="1"/>
              <a:t>colores</a:t>
            </a:r>
            <a:r>
              <a:rPr lang="en-US" sz="1000" dirty="0"/>
              <a:t> </a:t>
            </a:r>
            <a:r>
              <a:rPr lang="en-US" sz="1000" b="1" u="sng" dirty="0"/>
              <a:t>no</a:t>
            </a:r>
            <a:r>
              <a:rPr lang="en-US" sz="1000" dirty="0"/>
              <a:t> </a:t>
            </a:r>
            <a:r>
              <a:rPr lang="en-US" sz="1000" b="1" u="sng" dirty="0" err="1"/>
              <a:t>controlados</a:t>
            </a:r>
            <a:r>
              <a:rPr lang="en-US" sz="1000" dirty="0"/>
              <a:t> </a:t>
            </a:r>
            <a:r>
              <a:rPr lang="en-US" sz="1000" dirty="0" err="1"/>
              <a:t>el</a:t>
            </a:r>
            <a:r>
              <a:rPr lang="en-US" sz="1000" dirty="0"/>
              <a:t> Sistema </a:t>
            </a:r>
            <a:r>
              <a:rPr lang="en-US" sz="1000" b="1" u="sng" dirty="0"/>
              <a:t>no </a:t>
            </a:r>
            <a:r>
              <a:rPr lang="en-US" sz="1000" b="1" u="sng" dirty="0" err="1"/>
              <a:t>realiza</a:t>
            </a:r>
            <a:r>
              <a:rPr lang="en-US" sz="1000" b="1" u="sng" dirty="0"/>
              <a:t> </a:t>
            </a:r>
            <a:r>
              <a:rPr lang="en-US" sz="1000" dirty="0"/>
              <a:t>la </a:t>
            </a:r>
            <a:r>
              <a:rPr lang="en-US" sz="1000" dirty="0" err="1"/>
              <a:t>comparación</a:t>
            </a:r>
            <a:r>
              <a:rPr lang="en-US" sz="1000" dirty="0"/>
              <a:t> entre </a:t>
            </a:r>
            <a:r>
              <a:rPr lang="en-US" sz="1000" dirty="0" err="1"/>
              <a:t>Sqf</a:t>
            </a:r>
            <a:r>
              <a:rPr lang="en-US" sz="1000" dirty="0"/>
              <a:t> </a:t>
            </a:r>
            <a:r>
              <a:rPr lang="en-US" sz="1000" dirty="0" err="1"/>
              <a:t>cargados</a:t>
            </a:r>
            <a:r>
              <a:rPr lang="en-US" sz="1000" dirty="0"/>
              <a:t> y </a:t>
            </a:r>
            <a:r>
              <a:rPr lang="en-US" sz="1000" dirty="0" err="1"/>
              <a:t>Sqf</a:t>
            </a:r>
            <a:r>
              <a:rPr lang="en-US" sz="1000" dirty="0"/>
              <a:t> de </a:t>
            </a:r>
            <a:r>
              <a:rPr lang="en-US" sz="1000" dirty="0" err="1"/>
              <a:t>Pieles</a:t>
            </a:r>
            <a:r>
              <a:rPr lang="en-US" sz="1000" dirty="0"/>
              <a:t> por </a:t>
            </a:r>
            <a:r>
              <a:rPr lang="en-US" sz="1000" dirty="0" err="1"/>
              <a:t>lote</a:t>
            </a:r>
            <a:r>
              <a:rPr lang="en-US" sz="1000" dirty="0"/>
              <a:t>, y </a:t>
            </a:r>
            <a:r>
              <a:rPr lang="en-US" sz="1000" dirty="0" err="1"/>
              <a:t>el</a:t>
            </a:r>
            <a:r>
              <a:rPr lang="en-US" sz="1000" dirty="0"/>
              <a:t> total de </a:t>
            </a:r>
            <a:r>
              <a:rPr lang="en-US" sz="1000" dirty="0" err="1"/>
              <a:t>pieles</a:t>
            </a:r>
            <a:r>
              <a:rPr lang="en-US" sz="1000" dirty="0"/>
              <a:t> se </a:t>
            </a:r>
            <a:r>
              <a:rPr lang="en-US" sz="1000" dirty="0" err="1"/>
              <a:t>obtiene</a:t>
            </a:r>
            <a:r>
              <a:rPr lang="en-US" sz="1000" dirty="0"/>
              <a:t> de </a:t>
            </a:r>
            <a:r>
              <a:rPr lang="en-US" sz="1000" dirty="0" err="1"/>
              <a:t>dividir</a:t>
            </a:r>
            <a:r>
              <a:rPr lang="en-US" sz="1000" dirty="0"/>
              <a:t> </a:t>
            </a:r>
            <a:r>
              <a:rPr lang="en-US" sz="1000" dirty="0" err="1"/>
              <a:t>el</a:t>
            </a:r>
            <a:r>
              <a:rPr lang="en-US" sz="1000" dirty="0"/>
              <a:t> </a:t>
            </a:r>
            <a:r>
              <a:rPr lang="en-US" sz="1000" b="1" u="sng" dirty="0" err="1"/>
              <a:t>Sqf</a:t>
            </a:r>
            <a:r>
              <a:rPr lang="en-US" sz="1000" b="1" u="sng" dirty="0"/>
              <a:t> </a:t>
            </a:r>
            <a:r>
              <a:rPr lang="en-US" sz="1000" b="1" u="sng" dirty="0" err="1"/>
              <a:t>cargado</a:t>
            </a:r>
            <a:r>
              <a:rPr lang="en-US" sz="1000" b="1" u="sng" dirty="0"/>
              <a:t> entre 40. 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159F7B84-B7FC-4D1D-8262-A5FC3A3B874E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5436096" y="1628801"/>
            <a:ext cx="1008112" cy="30243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1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Stock Status: Formato (</a:t>
            </a:r>
            <a:r>
              <a:rPr lang="es-ES" sz="2000" dirty="0" err="1">
                <a:solidFill>
                  <a:srgbClr val="3F1900"/>
                </a:solidFill>
              </a:rPr>
              <a:t>pdf</a:t>
            </a:r>
            <a:r>
              <a:rPr lang="es-ES" sz="2000" dirty="0">
                <a:solidFill>
                  <a:srgbClr val="3F1900"/>
                </a:solidFill>
              </a:rPr>
              <a:t>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62416364-6129-4B35-9A24-D0AB80FF1EF1}"/>
              </a:ext>
            </a:extLst>
          </p:cNvPr>
          <p:cNvSpPr/>
          <p:nvPr/>
        </p:nvSpPr>
        <p:spPr>
          <a:xfrm>
            <a:off x="1159416" y="980728"/>
            <a:ext cx="794908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Vista previa de Stock Status por Locación.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5C790EB-6BF7-4BED-95BF-0D668306F414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flipH="1">
            <a:off x="5436096" y="1412776"/>
            <a:ext cx="1008112" cy="23152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A07F679-78A5-493D-87B6-1029BA7A871C}"/>
              </a:ext>
            </a:extLst>
          </p:cNvPr>
          <p:cNvSpPr/>
          <p:nvPr/>
        </p:nvSpPr>
        <p:spPr>
          <a:xfrm>
            <a:off x="3491880" y="3728065"/>
            <a:ext cx="3888432" cy="3490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5D6A7F3-D6C0-437D-BB84-99E282DCD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16" y="1257727"/>
            <a:ext cx="7949088" cy="5555649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2AB08267-474D-46E1-B756-254EAA3611A1}"/>
              </a:ext>
            </a:extLst>
          </p:cNvPr>
          <p:cNvSpPr/>
          <p:nvPr/>
        </p:nvSpPr>
        <p:spPr>
          <a:xfrm>
            <a:off x="4788024" y="836712"/>
            <a:ext cx="3312368" cy="576064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Cuando</a:t>
            </a:r>
            <a:r>
              <a:rPr lang="en-US" sz="1000" dirty="0"/>
              <a:t> se </a:t>
            </a:r>
            <a:r>
              <a:rPr lang="en-US" sz="1000" dirty="0" err="1"/>
              <a:t>selecciona</a:t>
            </a:r>
            <a:r>
              <a:rPr lang="en-US" sz="1000" dirty="0"/>
              <a:t> </a:t>
            </a:r>
            <a:r>
              <a:rPr lang="en-US" sz="1000" dirty="0" err="1"/>
              <a:t>en</a:t>
            </a:r>
            <a:r>
              <a:rPr lang="en-US" sz="1000" dirty="0"/>
              <a:t> la </a:t>
            </a:r>
            <a:r>
              <a:rPr lang="en-US" sz="1000" dirty="0" err="1"/>
              <a:t>pantalla</a:t>
            </a:r>
            <a:r>
              <a:rPr lang="en-US" sz="1000" dirty="0"/>
              <a:t> principal que se </a:t>
            </a:r>
            <a:r>
              <a:rPr lang="en-US" sz="1000" dirty="0" err="1"/>
              <a:t>muestre</a:t>
            </a:r>
            <a:r>
              <a:rPr lang="en-US" sz="1000" dirty="0"/>
              <a:t> la razon del </a:t>
            </a:r>
            <a:r>
              <a:rPr lang="en-US" sz="1000" dirty="0" err="1"/>
              <a:t>rechazo</a:t>
            </a:r>
            <a:r>
              <a:rPr lang="en-US" sz="1000" dirty="0"/>
              <a:t> de </a:t>
            </a:r>
            <a:r>
              <a:rPr lang="en-US" sz="1000" dirty="0" err="1"/>
              <a:t>lotes</a:t>
            </a:r>
            <a:r>
              <a:rPr lang="en-US" sz="1000" dirty="0"/>
              <a:t> </a:t>
            </a:r>
            <a:r>
              <a:rPr lang="en-US" sz="1000" dirty="0" err="1"/>
              <a:t>en</a:t>
            </a:r>
            <a:r>
              <a:rPr lang="en-US" sz="1000" dirty="0"/>
              <a:t> MQU, se </a:t>
            </a:r>
            <a:r>
              <a:rPr lang="en-US" sz="1000" dirty="0" err="1"/>
              <a:t>vizualizara</a:t>
            </a:r>
            <a:r>
              <a:rPr lang="en-US" sz="1000" dirty="0"/>
              <a:t> la </a:t>
            </a:r>
            <a:r>
              <a:rPr lang="en-US" sz="1000" dirty="0" err="1"/>
              <a:t>información</a:t>
            </a:r>
            <a:r>
              <a:rPr lang="en-US" sz="1000" dirty="0"/>
              <a:t> de los </a:t>
            </a:r>
            <a:r>
              <a:rPr lang="en-US" sz="1000" dirty="0" err="1"/>
              <a:t>defectos</a:t>
            </a:r>
            <a:r>
              <a:rPr lang="en-US" sz="1000" dirty="0"/>
              <a:t> </a:t>
            </a:r>
            <a:r>
              <a:rPr lang="en-US" sz="1000" dirty="0" err="1"/>
              <a:t>asi</a:t>
            </a:r>
            <a:r>
              <a:rPr lang="en-US" sz="1000" dirty="0"/>
              <a:t> </a:t>
            </a:r>
            <a:r>
              <a:rPr lang="en-US" sz="1000" dirty="0" err="1"/>
              <a:t>como</a:t>
            </a:r>
            <a:r>
              <a:rPr lang="en-US" sz="1000" dirty="0"/>
              <a:t> la </a:t>
            </a:r>
            <a:r>
              <a:rPr lang="en-US" sz="1000" dirty="0" err="1"/>
              <a:t>cantidad</a:t>
            </a:r>
            <a:r>
              <a:rPr lang="en-US" sz="1000" dirty="0"/>
              <a:t> de </a:t>
            </a:r>
            <a:r>
              <a:rPr lang="en-US" sz="1000" dirty="0" err="1"/>
              <a:t>Piel</a:t>
            </a:r>
            <a:r>
              <a:rPr lang="en-US" sz="1000" dirty="0"/>
              <a:t> y </a:t>
            </a:r>
            <a:r>
              <a:rPr lang="en-US" sz="1000" dirty="0" err="1"/>
              <a:t>Sqf</a:t>
            </a:r>
            <a:r>
              <a:rPr lang="en-US" sz="1000" dirty="0"/>
              <a:t> que </a:t>
            </a:r>
            <a:r>
              <a:rPr lang="en-US" sz="1000" dirty="0" err="1"/>
              <a:t>pertenencen</a:t>
            </a:r>
            <a:r>
              <a:rPr lang="en-US" sz="1000" dirty="0"/>
              <a:t> a ese </a:t>
            </a:r>
            <a:r>
              <a:rPr lang="en-US" sz="1000" dirty="0" err="1"/>
              <a:t>defecto</a:t>
            </a:r>
            <a:r>
              <a:rPr lang="en-US" sz="1000" dirty="0"/>
              <a:t>. 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F89BC39-F344-47F1-830A-A574BDECA9DF}"/>
              </a:ext>
            </a:extLst>
          </p:cNvPr>
          <p:cNvSpPr/>
          <p:nvPr/>
        </p:nvSpPr>
        <p:spPr>
          <a:xfrm>
            <a:off x="3491880" y="3249222"/>
            <a:ext cx="3960440" cy="39580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7E48BA3A-5DF2-4233-A82F-08BA4DC06BA0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5472100" y="1412776"/>
            <a:ext cx="1188132" cy="18364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796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Stock Status: Formato (</a:t>
            </a:r>
            <a:r>
              <a:rPr lang="es-ES" sz="2000" dirty="0" err="1">
                <a:solidFill>
                  <a:srgbClr val="3F1900"/>
                </a:solidFill>
              </a:rPr>
              <a:t>pdf</a:t>
            </a:r>
            <a:r>
              <a:rPr lang="es-ES" sz="2000" dirty="0">
                <a:solidFill>
                  <a:srgbClr val="3F1900"/>
                </a:solidFill>
              </a:rPr>
              <a:t>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62416364-6129-4B35-9A24-D0AB80FF1EF1}"/>
              </a:ext>
            </a:extLst>
          </p:cNvPr>
          <p:cNvSpPr/>
          <p:nvPr/>
        </p:nvSpPr>
        <p:spPr>
          <a:xfrm>
            <a:off x="1159416" y="980728"/>
            <a:ext cx="794908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Vista previa de Stock Status por Locación 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MFP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AB08267-474D-46E1-B756-254EAA3611A1}"/>
              </a:ext>
            </a:extLst>
          </p:cNvPr>
          <p:cNvSpPr/>
          <p:nvPr/>
        </p:nvSpPr>
        <p:spPr>
          <a:xfrm>
            <a:off x="3411810" y="1556792"/>
            <a:ext cx="2880320" cy="360040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/>
              <a:t>Cuando</a:t>
            </a:r>
            <a:r>
              <a:rPr lang="en-US" sz="1000" dirty="0"/>
              <a:t> la </a:t>
            </a:r>
            <a:r>
              <a:rPr lang="en-US" sz="1000" dirty="0" err="1"/>
              <a:t>busqUeda</a:t>
            </a:r>
            <a:r>
              <a:rPr lang="en-US" sz="1000" dirty="0"/>
              <a:t> sea solo de la </a:t>
            </a:r>
            <a:r>
              <a:rPr lang="en-US" sz="1000" dirty="0" err="1"/>
              <a:t>locación</a:t>
            </a:r>
            <a:r>
              <a:rPr lang="en-US" sz="1000" dirty="0"/>
              <a:t> MFP, se </a:t>
            </a:r>
            <a:r>
              <a:rPr lang="en-US" sz="1000" dirty="0" err="1"/>
              <a:t>mostrara</a:t>
            </a:r>
            <a:r>
              <a:rPr lang="en-US" sz="1000" dirty="0"/>
              <a:t> </a:t>
            </a:r>
            <a:r>
              <a:rPr lang="en-US" sz="1000" dirty="0" err="1"/>
              <a:t>tambien</a:t>
            </a:r>
            <a:r>
              <a:rPr lang="en-US" sz="1000" dirty="0"/>
              <a:t> </a:t>
            </a:r>
            <a:r>
              <a:rPr lang="en-US" sz="1000" dirty="0" err="1"/>
              <a:t>el</a:t>
            </a:r>
            <a:r>
              <a:rPr lang="en-US" sz="1000" dirty="0"/>
              <a:t> Stock de </a:t>
            </a:r>
            <a:r>
              <a:rPr lang="en-US" sz="1000" dirty="0" err="1"/>
              <a:t>Producto</a:t>
            </a:r>
            <a:r>
              <a:rPr lang="en-US" sz="1000" dirty="0"/>
              <a:t> </a:t>
            </a:r>
            <a:r>
              <a:rPr lang="en-US" sz="1000" dirty="0" err="1"/>
              <a:t>Terminado</a:t>
            </a:r>
            <a:r>
              <a:rPr lang="en-US" sz="1000" dirty="0"/>
              <a:t>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929C25-696F-4421-AEC8-144C14594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738" y="1946895"/>
            <a:ext cx="440055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35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Stock Status: Formato (</a:t>
            </a:r>
            <a:r>
              <a:rPr lang="es-ES" sz="2000" dirty="0" err="1">
                <a:solidFill>
                  <a:srgbClr val="3F1900"/>
                </a:solidFill>
              </a:rPr>
              <a:t>pdf</a:t>
            </a:r>
            <a:r>
              <a:rPr lang="es-ES" sz="2000" dirty="0">
                <a:solidFill>
                  <a:srgbClr val="3F1900"/>
                </a:solidFill>
              </a:rPr>
              <a:t>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62416364-6129-4B35-9A24-D0AB80FF1EF1}"/>
              </a:ext>
            </a:extLst>
          </p:cNvPr>
          <p:cNvSpPr/>
          <p:nvPr/>
        </p:nvSpPr>
        <p:spPr>
          <a:xfrm>
            <a:off x="1159416" y="980728"/>
            <a:ext cx="794908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Vista previa de Stock Status por Locación 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MFP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9F3E87-BF3F-4E18-BFAB-A8AA5DE4E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16" y="1274216"/>
            <a:ext cx="7949088" cy="546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500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11297</TotalTime>
  <Words>287</Words>
  <Application>Microsoft Office PowerPoint</Application>
  <PresentationFormat>Presentación en pantalla (4:3)</PresentationFormat>
  <Paragraphs>23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230</cp:revision>
  <dcterms:created xsi:type="dcterms:W3CDTF">2019-09-04T16:36:39Z</dcterms:created>
  <dcterms:modified xsi:type="dcterms:W3CDTF">2021-11-08T14:54:56Z</dcterms:modified>
</cp:coreProperties>
</file>