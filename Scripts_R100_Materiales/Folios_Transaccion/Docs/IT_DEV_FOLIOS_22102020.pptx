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344" r:id="rId2"/>
    <p:sldId id="396" r:id="rId3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F1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4343" autoAdjust="0"/>
  </p:normalViewPr>
  <p:slideViewPr>
    <p:cSldViewPr>
      <p:cViewPr varScale="1">
        <p:scale>
          <a:sx n="86" d="100"/>
          <a:sy n="86" d="100"/>
        </p:scale>
        <p:origin x="1354" y="53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7B1792-3256-4E77-8442-3E205CD69EF5}" type="datetimeFigureOut">
              <a:rPr lang="en-US" smtClean="0"/>
              <a:t>10/22/2020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A94EBC-6D71-45FE-903C-8A150E9C6E3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030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10/22/2020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07111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10/22/2020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607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10/22/2020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656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10/22/2020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59530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10/22/2020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02292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10/22/2020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52659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10/22/2020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4978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10/22/2020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2162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10/22/2020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78677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10/22/2020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619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10/22/2020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85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l="-13000" r="-1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558649-2619-44F9-8F30-2D6466E57529}" type="datetimeFigureOut">
              <a:rPr lang="en-US" smtClean="0"/>
              <a:t>10/22/2020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506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>
          <a:xfrm>
            <a:off x="1187624" y="256490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b="1" dirty="0">
                <a:latin typeface="Century Gothic" panose="020B0502020202020204" pitchFamily="34" charset="0"/>
              </a:rPr>
              <a:t>16/10/2020 – 22/10/2020</a:t>
            </a:r>
            <a:endParaRPr lang="es-MX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90757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TRANSFERENCIA DE FOLIOS: CAMBIO DE COLOR DE PIELES.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1095133"/>
            <a:ext cx="763284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Se 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agrego a Pantalla Folios la opción para cambiar de color las pieles e imprimir las etiquetas con el nuevo color.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7" name="Imagen 6" descr="Interfaz de usuario gráfica, Aplicación, Tabla&#10;&#10;Descripción generada automáticamente">
            <a:extLst>
              <a:ext uri="{FF2B5EF4-FFF2-40B4-BE49-F238E27FC236}">
                <a16:creationId xmlns:a16="http://schemas.microsoft.com/office/drawing/2014/main" id="{1412D3D2-6E60-4CD0-BF83-09A5142874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1640" y="1556797"/>
            <a:ext cx="7704856" cy="5184571"/>
          </a:xfrm>
          <a:prstGeom prst="rect">
            <a:avLst/>
          </a:prstGeom>
        </p:spPr>
      </p:pic>
      <p:sp>
        <p:nvSpPr>
          <p:cNvPr id="9" name="Rectángulo 8">
            <a:extLst>
              <a:ext uri="{FF2B5EF4-FFF2-40B4-BE49-F238E27FC236}">
                <a16:creationId xmlns:a16="http://schemas.microsoft.com/office/drawing/2014/main" id="{46E099D5-0DE3-484B-A40B-A00567D1261D}"/>
              </a:ext>
            </a:extLst>
          </p:cNvPr>
          <p:cNvSpPr/>
          <p:nvPr/>
        </p:nvSpPr>
        <p:spPr>
          <a:xfrm>
            <a:off x="6804248" y="3429000"/>
            <a:ext cx="1800200" cy="21602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0671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11056</TotalTime>
  <Words>36</Words>
  <Application>Microsoft Office PowerPoint</Application>
  <PresentationFormat>Presentación en pantalla (4:3)</PresentationFormat>
  <Paragraphs>3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7" baseType="lpstr">
      <vt:lpstr>Arial</vt:lpstr>
      <vt:lpstr>Calibri</vt:lpstr>
      <vt:lpstr>Century Gothic</vt:lpstr>
      <vt:lpstr>Segoe UI</vt:lpstr>
      <vt:lpstr>Office Theme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AX DE LA ROSA</dc:creator>
  <cp:lastModifiedBy>Francisco Esteban</cp:lastModifiedBy>
  <cp:revision>215</cp:revision>
  <dcterms:created xsi:type="dcterms:W3CDTF">2019-09-04T16:36:39Z</dcterms:created>
  <dcterms:modified xsi:type="dcterms:W3CDTF">2020-10-22T13:49:19Z</dcterms:modified>
</cp:coreProperties>
</file>