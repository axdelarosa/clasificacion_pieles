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98" r:id="rId2"/>
    <p:sldId id="400" r:id="rId3"/>
    <p:sldId id="402" r:id="rId4"/>
    <p:sldId id="401" r:id="rId5"/>
    <p:sldId id="399" r:id="rId6"/>
    <p:sldId id="397" r:id="rId7"/>
    <p:sldId id="344" r:id="rId8"/>
    <p:sldId id="396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43" autoAdjust="0"/>
  </p:normalViewPr>
  <p:slideViewPr>
    <p:cSldViewPr>
      <p:cViewPr varScale="1">
        <p:scale>
          <a:sx n="114" d="100"/>
          <a:sy n="114" d="100"/>
        </p:scale>
        <p:origin x="792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5/31/2021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24/05/2021 – 28/05/2021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apartir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fin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evitar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calidad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busque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manera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manual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diferentes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de MQU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51B0094-B2A8-4FEB-9BE5-64EC697C8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442393"/>
            <a:ext cx="7632848" cy="5353805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90B8971-4C7B-4126-A32A-416BF4B8E142}"/>
              </a:ext>
            </a:extLst>
          </p:cNvPr>
          <p:cNvSpPr/>
          <p:nvPr/>
        </p:nvSpPr>
        <p:spPr>
          <a:xfrm>
            <a:off x="6660232" y="5877272"/>
            <a:ext cx="2304256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33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Esta opción enviara correos al personal de calidad con cada uno de los folios generados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914F3882-7E9A-40AD-A074-C0C01FA3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340768"/>
            <a:ext cx="7848872" cy="29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la locación MSL (</a:t>
            </a:r>
            <a:r>
              <a:rPr lang="en-US" sz="1200" b="0" i="0" dirty="0">
                <a:effectLst/>
                <a:latin typeface="Segoe UI" panose="020B0502040204020203" pitchFamily="34" charset="0"/>
              </a:rPr>
              <a:t>Material Sales Location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), y se agrego validación para que el material que este en esta locación solo pueda ser movido por Miguel Carrasco y por Pedro Misael del departamento de Calidad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Una captura de pantalla de una computadora&#10;&#10;Descripción generada automáticamente">
            <a:extLst>
              <a:ext uri="{FF2B5EF4-FFF2-40B4-BE49-F238E27FC236}">
                <a16:creationId xmlns:a16="http://schemas.microsoft.com/office/drawing/2014/main" id="{4E8D3F11-AE12-4AF2-AE3A-9C08AE1EA8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7" t="5201" r="23225" b="10800"/>
          <a:stretch/>
        </p:blipFill>
        <p:spPr>
          <a:xfrm>
            <a:off x="1979712" y="1514400"/>
            <a:ext cx="5976664" cy="5298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AF49C1C9-5E15-4D29-AEA8-934DBC05B053}"/>
              </a:ext>
            </a:extLst>
          </p:cNvPr>
          <p:cNvSpPr/>
          <p:nvPr/>
        </p:nvSpPr>
        <p:spPr>
          <a:xfrm>
            <a:off x="4932040" y="2060848"/>
            <a:ext cx="432048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500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214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11107</TotalTime>
  <Words>177</Words>
  <Application>Microsoft Office PowerPoint</Application>
  <PresentationFormat>Presentación en pantalla (4:3)</PresentationFormat>
  <Paragraphs>13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222</cp:revision>
  <dcterms:created xsi:type="dcterms:W3CDTF">2019-09-04T16:36:39Z</dcterms:created>
  <dcterms:modified xsi:type="dcterms:W3CDTF">2021-05-31T13:28:38Z</dcterms:modified>
</cp:coreProperties>
</file>