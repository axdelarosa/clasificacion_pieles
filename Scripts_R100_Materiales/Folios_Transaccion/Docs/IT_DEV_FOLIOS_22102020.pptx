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98" r:id="rId2"/>
    <p:sldId id="416" r:id="rId3"/>
    <p:sldId id="415" r:id="rId4"/>
    <p:sldId id="411" r:id="rId5"/>
    <p:sldId id="412" r:id="rId6"/>
    <p:sldId id="413" r:id="rId7"/>
    <p:sldId id="414" r:id="rId8"/>
    <p:sldId id="409" r:id="rId9"/>
    <p:sldId id="406" r:id="rId10"/>
    <p:sldId id="407" r:id="rId11"/>
    <p:sldId id="408" r:id="rId12"/>
    <p:sldId id="405" r:id="rId13"/>
    <p:sldId id="404" r:id="rId14"/>
    <p:sldId id="403" r:id="rId15"/>
    <p:sldId id="400" r:id="rId16"/>
    <p:sldId id="402" r:id="rId17"/>
    <p:sldId id="401" r:id="rId18"/>
    <p:sldId id="399" r:id="rId19"/>
    <p:sldId id="397" r:id="rId20"/>
    <p:sldId id="344" r:id="rId21"/>
    <p:sldId id="39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43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11/1/2021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25/10/2021 – 29/10/2021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Transferencia de Folio Controlado.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modico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folios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controlados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para que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cuando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transfieran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locación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MQU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solicite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por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cada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uno de los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diferentes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lotes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codigo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defecto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por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cual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enviando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 MQU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2F660D-BA02-4BED-8DA5-FCDDCFE9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16" y="1412776"/>
            <a:ext cx="7949088" cy="54006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053A35C-5E28-4CF1-A1EB-4F83DECE7BFC}"/>
              </a:ext>
            </a:extLst>
          </p:cNvPr>
          <p:cNvSpPr/>
          <p:nvPr/>
        </p:nvSpPr>
        <p:spPr>
          <a:xfrm>
            <a:off x="6732240" y="1916832"/>
            <a:ext cx="1252344" cy="4104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0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28/06/2021 – 05/07/2021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24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C12430C5-238D-41E8-848D-8B39A4BFD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15" y="1442394"/>
            <a:ext cx="7765082" cy="5298974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Pantalla de Traspaso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agrego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aplicación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mesa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opción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Traspasos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piel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a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otra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orden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,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poder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acceder 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presionamos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teclas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(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Alt + 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).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5ED01E-6000-408F-AFD7-19828181610E}"/>
              </a:ext>
            </a:extLst>
          </p:cNvPr>
          <p:cNvSpPr/>
          <p:nvPr/>
        </p:nvSpPr>
        <p:spPr>
          <a:xfrm>
            <a:off x="7877080" y="3356992"/>
            <a:ext cx="111561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6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Pantalla de Traspaso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Traspaso de piel a Orden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primero nos pedirá un Numero de Reloj y Contraseña que se les proporcionara a las personas autorizadas para realizar esta acción.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54BB395-366F-4994-8000-F1451963C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17" y="1514401"/>
            <a:ext cx="7820788" cy="522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1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Pantalla de Traspaso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Si los datos capturados en la pantalla anterior son correctos se mostraran las pieles disponibles en el folio para Traspaso, para marcar la piel solo tiene que presionar la tecla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Espaciadora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) si la piel que deseamos traspasar esta cortada de manera parcial el sistema preguntara que parte la piel desea traspasar si la respuesta es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Cortado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, se transferirá la piel con el tamaño del corte y también se transferirá el corte a la orden especificada y si la respuesta es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No Cortado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solo se transferirá la piel con los pies cuadrados que le restan de lo cortado en la orden origen.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CEAC5A6A-7D9C-429A-BBFE-8D3C10EFF2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71" b="14363"/>
          <a:stretch/>
        </p:blipFill>
        <p:spPr>
          <a:xfrm>
            <a:off x="1192882" y="1996391"/>
            <a:ext cx="7627590" cy="474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8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Pantalla de Traspaso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Cuando termine de marcar las pieles a traspasar presionamos la tecla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Tab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) para posicionar el curso en el control de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Orden destino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aquí debe de poner la orden a la cual deseamos transferir las pieles y presionamos la tecla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Enter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) para realizar el traspaso, si no hubo ningún error se mostrara un mensaje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Traspaso de piel realizado con éxito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).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7FC5EC1C-2781-4FC9-BB84-EA473A535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168" y="1700808"/>
            <a:ext cx="7237312" cy="504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39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21/06/2021 – 25/06/2021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149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Estación de Devolución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agrego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aplicación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mesa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opción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222222"/>
                </a:solidFill>
                <a:latin typeface="Segoe UI" panose="020B0502040204020203" pitchFamily="34" charset="0"/>
              </a:rPr>
              <a:t>Devoluciones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,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poder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acceder 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presionamos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teclas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(</a:t>
            </a:r>
            <a:r>
              <a:rPr lang="en-U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Alt + D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).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Aplicación, PowerPoint&#10;&#10;Descripción generada automáticamente">
            <a:extLst>
              <a:ext uri="{FF2B5EF4-FFF2-40B4-BE49-F238E27FC236}">
                <a16:creationId xmlns:a16="http://schemas.microsoft.com/office/drawing/2014/main" id="{D9FD4E86-55CF-4510-96D4-B2D3DF6F3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42393"/>
            <a:ext cx="7992888" cy="537098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E5ED01E-6000-408F-AFD7-19828181610E}"/>
              </a:ext>
            </a:extLst>
          </p:cNvPr>
          <p:cNvSpPr/>
          <p:nvPr/>
        </p:nvSpPr>
        <p:spPr>
          <a:xfrm>
            <a:off x="7877080" y="3284984"/>
            <a:ext cx="115941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9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Estación de Devolución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pantalla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Devolución de piel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primero nos pedirá un Numero de Reloj y Contraseña que se les proporcionara a las personas autorizadas para realizar esta acción.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73ED8AB-5701-420D-9861-9BB0962D8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416" y="1627059"/>
            <a:ext cx="7949088" cy="470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2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Estación de Devolución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Si los datos capturados en la pantalla anterior son correctos se mostraran las pieles disponibles en el folio para devolución, nota: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si las pieles ya están cortadas completas no estarán disponibles para devolución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, para marcar la piel para devolución solo tiene que presionar la tecla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Espaciadora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).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C81FC5EE-0741-41A7-A947-7DA92E9F3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416" y="1627058"/>
            <a:ext cx="7949088" cy="518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1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14/06/2021 – 18/06/2021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990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Estación de Devolución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59416" y="980728"/>
            <a:ext cx="7949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creo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que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permitira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realizar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devoluciones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producción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con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intención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que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proceso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se realize mas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rapido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y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eficiente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.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cuenta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con un campo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donde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pondremos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folio que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contiene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devoluciones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parte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superior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izquierda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pantalla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temenos dos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botones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: El primero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sirve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cancelar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devolución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y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el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segundo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para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aceptar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la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devolución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las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9" name="Imagen 8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B541273-E114-456A-A50F-92F8CF87C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416" y="1811724"/>
            <a:ext cx="7949088" cy="496864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7E6FB61-EA29-4921-83C2-CB56A4C44766}"/>
              </a:ext>
            </a:extLst>
          </p:cNvPr>
          <p:cNvSpPr/>
          <p:nvPr/>
        </p:nvSpPr>
        <p:spPr>
          <a:xfrm>
            <a:off x="8460432" y="2048074"/>
            <a:ext cx="648072" cy="2287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97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24/05/2021 – 28/05/2021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554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TRANSFERENCIA DE FOLIOS.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agrego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opción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que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permite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crear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folios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apartir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un folio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detallado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,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esto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con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fin de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evitar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que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calidad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busque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manera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manual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en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los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diferentes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folios de MQU las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pieles</a:t>
            </a:r>
            <a:r>
              <a:rPr lang="en-U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un folio </a:t>
            </a:r>
            <a:r>
              <a:rPr lang="en-U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detallado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151B0094-B2A8-4FEB-9BE5-64EC697C8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442393"/>
            <a:ext cx="7632848" cy="535380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90B8971-4C7B-4126-A32A-416BF4B8E142}"/>
              </a:ext>
            </a:extLst>
          </p:cNvPr>
          <p:cNvSpPr/>
          <p:nvPr/>
        </p:nvSpPr>
        <p:spPr>
          <a:xfrm>
            <a:off x="6660232" y="5877272"/>
            <a:ext cx="2304256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33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TRANSFERENCIA DE FOLIOS.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Esta opción enviara correos al personal de calidad con cada uno de los folios generados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14F3882-7E9A-40AD-A074-C0C01FA36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340768"/>
            <a:ext cx="7848872" cy="298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13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TRANSFERENCIA DE FOLIOS.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creo la locación MSL (</a:t>
            </a:r>
            <a:r>
              <a:rPr lang="en-US" sz="1200" b="0" i="0" dirty="0">
                <a:effectLst/>
                <a:latin typeface="Segoe UI" panose="020B0502040204020203" pitchFamily="34" charset="0"/>
              </a:rPr>
              <a:t>Material Sales Location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), y se agrego validación para que el material que este en esta locación solo pueda ser movido por Miguel Carrasco y por Pedro Misael del departamento de Calidad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pic>
        <p:nvPicPr>
          <p:cNvPr id="5" name="Imagen 4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4E8D3F11-AE12-4AF2-AE3A-9C08AE1EA8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7" t="5201" r="23225" b="10800"/>
          <a:stretch/>
        </p:blipFill>
        <p:spPr>
          <a:xfrm>
            <a:off x="1979712" y="1514400"/>
            <a:ext cx="5976664" cy="52989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F49C1C9-5E15-4D29-AEA8-934DBC05B053}"/>
              </a:ext>
            </a:extLst>
          </p:cNvPr>
          <p:cNvSpPr/>
          <p:nvPr/>
        </p:nvSpPr>
        <p:spPr>
          <a:xfrm>
            <a:off x="4932040" y="2060848"/>
            <a:ext cx="4320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50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06/03/2021 – 13/03/2021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021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TRANSFERENCIA DE FOLIOS.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980728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creo el Nuevo Formato de Folio, la sección (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Actual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) muestra las pieles que están cargadas al folio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pic>
        <p:nvPicPr>
          <p:cNvPr id="3" name="Imagen 2" descr="Tabla&#10;&#10;Descripción generada automáticamente con confianza media">
            <a:extLst>
              <a:ext uri="{FF2B5EF4-FFF2-40B4-BE49-F238E27FC236}">
                <a16:creationId xmlns:a16="http://schemas.microsoft.com/office/drawing/2014/main" id="{405AEA33-1D46-47CE-9BCF-6958954C8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257727"/>
            <a:ext cx="5328592" cy="54836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2015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16/10/2020 – 22/10/2020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TRANSFERENCIA DE FOLIOS: CAMBIO DE COLOR DE PIELES.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agrego a Pantalla Folios la opción para cambiar de color las pieles e imprimir las etiquetas con el nuevo color.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" name="Imagen 6" descr="Interfaz de usuario gráfica, Aplicación, Tabla&#10;&#10;Descripción generada automáticamente">
            <a:extLst>
              <a:ext uri="{FF2B5EF4-FFF2-40B4-BE49-F238E27FC236}">
                <a16:creationId xmlns:a16="http://schemas.microsoft.com/office/drawing/2014/main" id="{1412D3D2-6E60-4CD0-BF83-09A514287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556797"/>
            <a:ext cx="7704856" cy="518457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6E099D5-0DE3-484B-A40B-A00567D1261D}"/>
              </a:ext>
            </a:extLst>
          </p:cNvPr>
          <p:cNvSpPr/>
          <p:nvPr/>
        </p:nvSpPr>
        <p:spPr>
          <a:xfrm>
            <a:off x="6804248" y="3429000"/>
            <a:ext cx="180020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6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11201</TotalTime>
  <Words>701</Words>
  <Application>Microsoft Office PowerPoint</Application>
  <PresentationFormat>Presentación en pantalla (4:3)</PresentationFormat>
  <Paragraphs>35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232</cp:revision>
  <dcterms:created xsi:type="dcterms:W3CDTF">2019-09-04T16:36:39Z</dcterms:created>
  <dcterms:modified xsi:type="dcterms:W3CDTF">2021-11-01T13:38:54Z</dcterms:modified>
</cp:coreProperties>
</file>