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398" r:id="rId2"/>
    <p:sldId id="400" r:id="rId3"/>
    <p:sldId id="399" r:id="rId4"/>
    <p:sldId id="397" r:id="rId5"/>
    <p:sldId id="344" r:id="rId6"/>
    <p:sldId id="396" r:id="rId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1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343" autoAdjust="0"/>
  </p:normalViewPr>
  <p:slideViewPr>
    <p:cSldViewPr>
      <p:cViewPr>
        <p:scale>
          <a:sx n="100" d="100"/>
          <a:sy n="100" d="100"/>
        </p:scale>
        <p:origin x="1914" y="3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7B1792-3256-4E77-8442-3E205CD69EF5}" type="datetimeFigureOut">
              <a:rPr lang="en-US" smtClean="0"/>
              <a:t>5/25/2021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A94EBC-6D71-45FE-903C-8A150E9C6E3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3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5/25/2021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711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5/25/2021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607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5/25/2021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5/25/2021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953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5/25/2021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229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5/25/2021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65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5/25/2021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497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5/25/2021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216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5/25/2021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867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5/25/2021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61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5/25/2021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85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8649-2619-44F9-8F30-2D6466E57529}" type="datetimeFigureOut">
              <a:rPr lang="en-US" smtClean="0"/>
              <a:t>5/25/2021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50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24/05/2021 – 28/05/2021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5878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980728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agrego validación para la locación MSL (</a:t>
            </a:r>
            <a:r>
              <a:rPr lang="en-US" sz="1200" b="0" i="0" dirty="0">
                <a:effectLst/>
                <a:latin typeface="Segoe UI" panose="020B0502040204020203" pitchFamily="34" charset="0"/>
              </a:rPr>
              <a:t>Material Sales Location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), el material que este en esta locación solo podrá ser movido por Miguel Carrasco y por Pedro Misael del departamento de Calidad</a:t>
            </a: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.</a:t>
            </a:r>
          </a:p>
        </p:txBody>
      </p:sp>
      <p:pic>
        <p:nvPicPr>
          <p:cNvPr id="5" name="Imagen 4" descr="Una captura de pantalla de una computadora&#10;&#10;Descripción generada automáticamente">
            <a:extLst>
              <a:ext uri="{FF2B5EF4-FFF2-40B4-BE49-F238E27FC236}">
                <a16:creationId xmlns:a16="http://schemas.microsoft.com/office/drawing/2014/main" id="{4E8D3F11-AE12-4AF2-AE3A-9C08AE1EA8A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87" t="5201" r="23225" b="10800"/>
          <a:stretch/>
        </p:blipFill>
        <p:spPr>
          <a:xfrm>
            <a:off x="1979712" y="1514400"/>
            <a:ext cx="5976664" cy="5298975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AF49C1C9-5E15-4D29-AEA8-934DBC05B053}"/>
              </a:ext>
            </a:extLst>
          </p:cNvPr>
          <p:cNvSpPr/>
          <p:nvPr/>
        </p:nvSpPr>
        <p:spPr>
          <a:xfrm>
            <a:off x="4932040" y="2060848"/>
            <a:ext cx="432048" cy="4320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6331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06/03/2021 – 13/03/2021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50214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980728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creo el Nuevo Formato de Folio, la sección (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Actual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) muestra las pieles que están cargadas al folio</a:t>
            </a: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.</a:t>
            </a:r>
          </a:p>
        </p:txBody>
      </p:sp>
      <p:pic>
        <p:nvPicPr>
          <p:cNvPr id="3" name="Imagen 2" descr="Tabla&#10;&#10;Descripción generada automáticamente con confianza media">
            <a:extLst>
              <a:ext uri="{FF2B5EF4-FFF2-40B4-BE49-F238E27FC236}">
                <a16:creationId xmlns:a16="http://schemas.microsoft.com/office/drawing/2014/main" id="{405AEA33-1D46-47CE-9BCF-6958954C84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3768" y="1257727"/>
            <a:ext cx="5328592" cy="548364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520151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16/10/2020 – 22/10/2020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90757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FOLIOS: CAMBIO DE COLOR DE PIELES.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agrego a Pantalla Folios la opción para cambiar de color las pieles e imprimir las etiquetas con el nuevo color.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7" name="Imagen 6" descr="Interfaz de usuario gráfica, Aplicación, Tabla&#10;&#10;Descripción generada automáticamente">
            <a:extLst>
              <a:ext uri="{FF2B5EF4-FFF2-40B4-BE49-F238E27FC236}">
                <a16:creationId xmlns:a16="http://schemas.microsoft.com/office/drawing/2014/main" id="{1412D3D2-6E60-4CD0-BF83-09A5142874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640" y="1556797"/>
            <a:ext cx="7704856" cy="5184571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46E099D5-0DE3-484B-A40B-A00567D1261D}"/>
              </a:ext>
            </a:extLst>
          </p:cNvPr>
          <p:cNvSpPr/>
          <p:nvPr/>
        </p:nvSpPr>
        <p:spPr>
          <a:xfrm>
            <a:off x="6804248" y="3429000"/>
            <a:ext cx="1800200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067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11094</TotalTime>
  <Words>109</Words>
  <Application>Microsoft Office PowerPoint</Application>
  <PresentationFormat>Presentación en pantalla (4:3)</PresentationFormat>
  <Paragraphs>9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1" baseType="lpstr">
      <vt:lpstr>Arial</vt:lpstr>
      <vt:lpstr>Calibri</vt:lpstr>
      <vt:lpstr>Century Gothic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AX DE LA ROSA</dc:creator>
  <cp:lastModifiedBy>Francisco Esteban</cp:lastModifiedBy>
  <cp:revision>220</cp:revision>
  <dcterms:created xsi:type="dcterms:W3CDTF">2019-09-04T16:36:39Z</dcterms:created>
  <dcterms:modified xsi:type="dcterms:W3CDTF">2021-05-25T20:02:54Z</dcterms:modified>
</cp:coreProperties>
</file>