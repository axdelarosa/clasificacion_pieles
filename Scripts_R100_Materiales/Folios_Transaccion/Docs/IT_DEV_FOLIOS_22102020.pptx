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398" r:id="rId2"/>
    <p:sldId id="411" r:id="rId3"/>
    <p:sldId id="412" r:id="rId4"/>
    <p:sldId id="413" r:id="rId5"/>
    <p:sldId id="414" r:id="rId6"/>
    <p:sldId id="409" r:id="rId7"/>
    <p:sldId id="406" r:id="rId8"/>
    <p:sldId id="407" r:id="rId9"/>
    <p:sldId id="408" r:id="rId10"/>
    <p:sldId id="405" r:id="rId11"/>
    <p:sldId id="404" r:id="rId12"/>
    <p:sldId id="403" r:id="rId13"/>
    <p:sldId id="400" r:id="rId14"/>
    <p:sldId id="402" r:id="rId15"/>
    <p:sldId id="401" r:id="rId16"/>
    <p:sldId id="399" r:id="rId17"/>
    <p:sldId id="397" r:id="rId18"/>
    <p:sldId id="344" r:id="rId19"/>
    <p:sldId id="396" r:id="rId20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F1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343" autoAdjust="0"/>
  </p:normalViewPr>
  <p:slideViewPr>
    <p:cSldViewPr>
      <p:cViewPr varScale="1">
        <p:scale>
          <a:sx n="114" d="100"/>
          <a:sy n="114" d="100"/>
        </p:scale>
        <p:origin x="1524" y="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7B1792-3256-4E77-8442-3E205CD69EF5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A94EBC-6D71-45FE-903C-8A150E9C6E3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030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0711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607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7656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9530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229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5265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4978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421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78677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619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50852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3000" r="-1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8649-2619-44F9-8F30-2D6466E57529}" type="datetimeFigureOut">
              <a:rPr lang="en-US" smtClean="0"/>
              <a:t>7/5/2021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22C82F-0308-4DBA-BE8F-4BAE5E1F79A6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5061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28/06/2021 – 05/07/2021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5878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n 5" descr="Captura de pantalla de computadora&#10;&#10;Descripción generada automáticamente">
            <a:extLst>
              <a:ext uri="{FF2B5EF4-FFF2-40B4-BE49-F238E27FC236}">
                <a16:creationId xmlns:a16="http://schemas.microsoft.com/office/drawing/2014/main" id="{C12430C5-238D-41E8-848D-8B39A4BFDB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1415" y="1442394"/>
            <a:ext cx="7765082" cy="5298974"/>
          </a:xfrm>
          <a:prstGeom prst="rect">
            <a:avLst/>
          </a:prstGeom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Pantalla de Traspaso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agrego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a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aplicación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mesa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opción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Traspasos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piel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 a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otra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orden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,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poder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acceder 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presionamos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teclas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(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Alt + 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).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E5ED01E-6000-408F-AFD7-19828181610E}"/>
              </a:ext>
            </a:extLst>
          </p:cNvPr>
          <p:cNvSpPr/>
          <p:nvPr/>
        </p:nvSpPr>
        <p:spPr>
          <a:xfrm>
            <a:off x="7877080" y="3356992"/>
            <a:ext cx="1115616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168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Pantalla de Traspaso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pantalla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Traspaso de piel a Orden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primero nos pedirá un Numero de Reloj y Contraseña que se les proporcionara a las personas autorizadas para realizar esta acción.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Interfaz de usuario gráfica, Aplicación&#10;&#10;Descripción generada automáticamente">
            <a:extLst>
              <a:ext uri="{FF2B5EF4-FFF2-40B4-BE49-F238E27FC236}">
                <a16:creationId xmlns:a16="http://schemas.microsoft.com/office/drawing/2014/main" id="{654BB395-366F-4994-8000-F1451963C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7717" y="1514401"/>
            <a:ext cx="7820788" cy="5226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9110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Pantalla de Traspaso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Si los datos capturados en la pantalla anterior son correctos se mostraran las pieles disponibles en el folio para Traspaso, para marcar la piel solo tiene que presionar la tecla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Espaciadora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 si la piel que deseamos traspasar esta cortada de manera parcial el sistema preguntara que parte la piel desea traspasar si la respuesta es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Cortado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, se transferirá la piel con el tamaño del corte y también se transferirá el corte a la orden especificada y si la respuesta es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No Cortado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solo se transferirá la piel con los pies cuadrados que le restan de lo cortado en la orden origen.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5" name="Imagen 4" descr="Tabla&#10;&#10;Descripción generada automáticamente">
            <a:extLst>
              <a:ext uri="{FF2B5EF4-FFF2-40B4-BE49-F238E27FC236}">
                <a16:creationId xmlns:a16="http://schemas.microsoft.com/office/drawing/2014/main" id="{CEAC5A6A-7D9C-429A-BBFE-8D3C10EFF285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6271" b="14363"/>
          <a:stretch/>
        </p:blipFill>
        <p:spPr>
          <a:xfrm>
            <a:off x="1192882" y="1996391"/>
            <a:ext cx="7627590" cy="47449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73817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Pantalla de Traspaso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Cuando termine de marcar las pieles a traspasar presionamos la tecla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Tab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 para posicionar el curso en el control de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Orden destino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aquí debe de poner la orden a la cual deseamos transferir las pieles y presionamos la tecla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Enter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 para realizar el traspaso, si no hubo ningún error se mostrara un mensaje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Traspaso de piel realizado con éxito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Tabla&#10;&#10;Descripción generada automáticamente">
            <a:extLst>
              <a:ext uri="{FF2B5EF4-FFF2-40B4-BE49-F238E27FC236}">
                <a16:creationId xmlns:a16="http://schemas.microsoft.com/office/drawing/2014/main" id="{7FC5EC1C-2781-4FC9-BB84-EA473A53574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5168" y="1700808"/>
            <a:ext cx="7237312" cy="5044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33927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21/06/2021 – 25/06/2021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81492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Estación de Devolución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agrego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a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aplicación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mesa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opción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b="1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Devoluciones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,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poder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acceder 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presionamos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teclas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(</a:t>
            </a:r>
            <a:r>
              <a:rPr lang="en-U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Alt + D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).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Interfaz de usuario gráfica, Aplicación, PowerPoint&#10;&#10;Descripción generada automáticamente">
            <a:extLst>
              <a:ext uri="{FF2B5EF4-FFF2-40B4-BE49-F238E27FC236}">
                <a16:creationId xmlns:a16="http://schemas.microsoft.com/office/drawing/2014/main" id="{D9FD4E86-55CF-4510-96D4-B2D3DF6F39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5616" y="1442393"/>
            <a:ext cx="7992888" cy="5370983"/>
          </a:xfrm>
          <a:prstGeom prst="rect">
            <a:avLst/>
          </a:prstGeom>
        </p:spPr>
      </p:pic>
      <p:sp>
        <p:nvSpPr>
          <p:cNvPr id="5" name="Rectángulo 4">
            <a:extLst>
              <a:ext uri="{FF2B5EF4-FFF2-40B4-BE49-F238E27FC236}">
                <a16:creationId xmlns:a16="http://schemas.microsoft.com/office/drawing/2014/main" id="{8E5ED01E-6000-408F-AFD7-19828181610E}"/>
              </a:ext>
            </a:extLst>
          </p:cNvPr>
          <p:cNvSpPr/>
          <p:nvPr/>
        </p:nvSpPr>
        <p:spPr>
          <a:xfrm>
            <a:off x="7877080" y="3284984"/>
            <a:ext cx="1159416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96953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Estación de Devolución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pantalla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Devolución de piel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primero nos pedirá un Numero de Reloj y Contraseña que se les proporcionara a las personas autorizadas para realizar esta acción.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6" name="Imagen 5" descr="Interfaz de usuario gráfica, Aplicación&#10;&#10;Descripción generada automáticamente">
            <a:extLst>
              <a:ext uri="{FF2B5EF4-FFF2-40B4-BE49-F238E27FC236}">
                <a16:creationId xmlns:a16="http://schemas.microsoft.com/office/drawing/2014/main" id="{F73ED8AB-5701-420D-9861-9BB0962D80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416" y="1627059"/>
            <a:ext cx="7949088" cy="4707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1232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Estación de Devolución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Si los datos capturados en la pantalla anterior son correctos se mostraran las pieles disponibles en el folio para devolución, nota: 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si las pieles ya están cortadas completas no estarán disponibles para devolución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, para marcar la piel para devolución solo tiene que presionar la tecla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Espaciadora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3" name="Imagen 2" descr="Interfaz de usuario gráfica, Aplicación, Word&#10;&#10;Descripción generada automáticamente">
            <a:extLst>
              <a:ext uri="{FF2B5EF4-FFF2-40B4-BE49-F238E27FC236}">
                <a16:creationId xmlns:a16="http://schemas.microsoft.com/office/drawing/2014/main" id="{C81FC5EE-0741-41A7-A947-7DA92E9F3F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416" y="1627058"/>
            <a:ext cx="7949088" cy="5186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8713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14/06/2021 – 18/06/2021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990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Estación de Devolución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159416" y="980728"/>
            <a:ext cx="794908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creo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permitira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realizar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devoluciones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producción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,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con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intención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el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proceso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se realize mas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rapido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y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eficiente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.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cuenta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con un campo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donde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pondremos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el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contiene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devoluciones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parte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superior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izquierda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pantalla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temenos dos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botones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: El primero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sirve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cancelar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y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el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segundo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para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aceptar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la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devolución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9" name="Imagen 8" descr="Interfaz de usuario gráfica, Texto, Aplicación&#10;&#10;Descripción generada automáticamente">
            <a:extLst>
              <a:ext uri="{FF2B5EF4-FFF2-40B4-BE49-F238E27FC236}">
                <a16:creationId xmlns:a16="http://schemas.microsoft.com/office/drawing/2014/main" id="{6B541273-E114-456A-A50F-92F8CF87CD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9416" y="1811724"/>
            <a:ext cx="7949088" cy="4968645"/>
          </a:xfrm>
          <a:prstGeom prst="rect">
            <a:avLst/>
          </a:prstGeom>
        </p:spPr>
      </p:pic>
      <p:sp>
        <p:nvSpPr>
          <p:cNvPr id="11" name="Rectángulo 10">
            <a:extLst>
              <a:ext uri="{FF2B5EF4-FFF2-40B4-BE49-F238E27FC236}">
                <a16:creationId xmlns:a16="http://schemas.microsoft.com/office/drawing/2014/main" id="{57E6FB61-EA29-4921-83C2-CB56A4C44766}"/>
              </a:ext>
            </a:extLst>
          </p:cNvPr>
          <p:cNvSpPr/>
          <p:nvPr/>
        </p:nvSpPr>
        <p:spPr>
          <a:xfrm>
            <a:off x="8460432" y="2048074"/>
            <a:ext cx="648072" cy="2287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1977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24/05/2021 – 28/05/2021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955547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agrego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opción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permite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crear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apartir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un folio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detallado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,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esto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con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fin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evitar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que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calidad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busque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manera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manual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en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los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diferentes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folios de MQU las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pieles</a:t>
            </a:r>
            <a:r>
              <a:rPr lang="en-US" sz="1200" dirty="0">
                <a:solidFill>
                  <a:srgbClr val="222222"/>
                </a:solidFill>
                <a:latin typeface="Segoe UI" panose="020B0502040204020203" pitchFamily="34" charset="0"/>
              </a:rPr>
              <a:t> de un folio </a:t>
            </a:r>
            <a:r>
              <a:rPr lang="en-US" sz="1200" dirty="0" err="1">
                <a:solidFill>
                  <a:srgbClr val="222222"/>
                </a:solidFill>
                <a:latin typeface="Segoe UI" panose="020B0502040204020203" pitchFamily="34" charset="0"/>
              </a:rPr>
              <a:t>detallado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3" name="Imagen 2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151B0094-B2A8-4FEB-9BE5-64EC697C8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442393"/>
            <a:ext cx="7632848" cy="5353805"/>
          </a:xfrm>
          <a:prstGeom prst="rect">
            <a:avLst/>
          </a:prstGeom>
        </p:spPr>
      </p:pic>
      <p:sp>
        <p:nvSpPr>
          <p:cNvPr id="7" name="Rectángulo 6">
            <a:extLst>
              <a:ext uri="{FF2B5EF4-FFF2-40B4-BE49-F238E27FC236}">
                <a16:creationId xmlns:a16="http://schemas.microsoft.com/office/drawing/2014/main" id="{690B8971-4C7B-4126-A32A-416BF4B8E142}"/>
              </a:ext>
            </a:extLst>
          </p:cNvPr>
          <p:cNvSpPr/>
          <p:nvPr/>
        </p:nvSpPr>
        <p:spPr>
          <a:xfrm>
            <a:off x="6660232" y="5877272"/>
            <a:ext cx="2304256" cy="432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63310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 Esta opción enviara correos al personal de calidad con cada uno de los folios generados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5" name="Imagen 4" descr="Interfaz de usuario gráfica, Texto, Aplicación, Correo electrónico&#10;&#10;Descripción generada automáticamente">
            <a:extLst>
              <a:ext uri="{FF2B5EF4-FFF2-40B4-BE49-F238E27FC236}">
                <a16:creationId xmlns:a16="http://schemas.microsoft.com/office/drawing/2014/main" id="{914F3882-7E9A-40AD-A074-C0C01FA36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7624" y="1340768"/>
            <a:ext cx="7848872" cy="2984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52134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creo la locación MSL (</a:t>
            </a:r>
            <a:r>
              <a:rPr lang="en-US" sz="1200" b="0" i="0" dirty="0">
                <a:effectLst/>
                <a:latin typeface="Segoe UI" panose="020B0502040204020203" pitchFamily="34" charset="0"/>
              </a:rPr>
              <a:t>Material Sales Location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), y se agrego validación para que el material que este en esta locación solo pueda ser movido por Miguel Carrasco y por Pedro Misael del departamento de Calidad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5" name="Imagen 4" descr="Una captura de pantalla de una computadora&#10;&#10;Descripción generada automáticamente">
            <a:extLst>
              <a:ext uri="{FF2B5EF4-FFF2-40B4-BE49-F238E27FC236}">
                <a16:creationId xmlns:a16="http://schemas.microsoft.com/office/drawing/2014/main" id="{4E8D3F11-AE12-4AF2-AE3A-9C08AE1EA8A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787" t="5201" r="23225" b="10800"/>
          <a:stretch/>
        </p:blipFill>
        <p:spPr>
          <a:xfrm>
            <a:off x="1979712" y="1514400"/>
            <a:ext cx="5976664" cy="5298975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AF49C1C9-5E15-4D29-AEA8-934DBC05B053}"/>
              </a:ext>
            </a:extLst>
          </p:cNvPr>
          <p:cNvSpPr/>
          <p:nvPr/>
        </p:nvSpPr>
        <p:spPr>
          <a:xfrm>
            <a:off x="4932040" y="2060848"/>
            <a:ext cx="432048" cy="432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3500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06/03/2021 – 13/03/2021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50214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980728"/>
            <a:ext cx="7632848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Se creo el Nuevo Formato de Folio, la sección (</a:t>
            </a:r>
            <a:r>
              <a:rPr lang="es-ES" sz="1200" b="1" dirty="0">
                <a:solidFill>
                  <a:srgbClr val="222222"/>
                </a:solidFill>
                <a:latin typeface="Segoe UI" panose="020B0502040204020203" pitchFamily="34" charset="0"/>
              </a:rPr>
              <a:t>Actual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) muestra las pieles que están cargadas al folio</a:t>
            </a: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.</a:t>
            </a:r>
          </a:p>
        </p:txBody>
      </p:sp>
      <p:pic>
        <p:nvPicPr>
          <p:cNvPr id="3" name="Imagen 2" descr="Tabla&#10;&#10;Descripción generada automáticamente con confianza media">
            <a:extLst>
              <a:ext uri="{FF2B5EF4-FFF2-40B4-BE49-F238E27FC236}">
                <a16:creationId xmlns:a16="http://schemas.microsoft.com/office/drawing/2014/main" id="{405AEA33-1D46-47CE-9BCF-6958954C84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3768" y="1257727"/>
            <a:ext cx="5328592" cy="5483641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5520151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 txBox="1">
            <a:spLocks/>
          </p:cNvSpPr>
          <p:nvPr/>
        </p:nvSpPr>
        <p:spPr>
          <a:xfrm>
            <a:off x="1187624" y="2564904"/>
            <a:ext cx="7772400" cy="14700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s-MX" b="1" dirty="0">
                <a:latin typeface="Century Gothic" panose="020B0502020202020204" pitchFamily="34" charset="0"/>
              </a:rPr>
              <a:t>16/10/2020 – 22/10/2020</a:t>
            </a:r>
            <a:endParaRPr lang="es-MX" dirty="0"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90757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1087408" y="274638"/>
            <a:ext cx="7229008" cy="634082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s-ES" sz="2000" dirty="0">
                <a:solidFill>
                  <a:srgbClr val="3F1900"/>
                </a:solidFill>
              </a:rPr>
              <a:t>TRANSFERENCIA DE FOLIOS: CAMBIO DE COLOR DE PIELES.</a:t>
            </a:r>
            <a:endParaRPr lang="en-US" sz="2000" dirty="0">
              <a:solidFill>
                <a:srgbClr val="3F1900"/>
              </a:solidFill>
            </a:endParaRPr>
          </a:p>
        </p:txBody>
      </p:sp>
      <p:sp>
        <p:nvSpPr>
          <p:cNvPr id="4" name="Content Placeholder 3"/>
          <p:cNvSpPr txBox="1">
            <a:spLocks/>
          </p:cNvSpPr>
          <p:nvPr/>
        </p:nvSpPr>
        <p:spPr>
          <a:xfrm>
            <a:off x="1331640" y="1196753"/>
            <a:ext cx="7488832" cy="5137780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Font typeface="Arial" panose="020B0604020202020204" pitchFamily="34" charset="0"/>
              <a:buNone/>
            </a:pPr>
            <a:endParaRPr lang="en-US" sz="2000" i="1"/>
          </a:p>
        </p:txBody>
      </p:sp>
      <p:sp>
        <p:nvSpPr>
          <p:cNvPr id="10" name="Rectangle 9"/>
          <p:cNvSpPr/>
          <p:nvPr/>
        </p:nvSpPr>
        <p:spPr>
          <a:xfrm>
            <a:off x="1331640" y="1095133"/>
            <a:ext cx="7632848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s-ES" sz="1200" b="0" i="0" dirty="0">
                <a:solidFill>
                  <a:srgbClr val="222222"/>
                </a:solidFill>
                <a:effectLst/>
                <a:latin typeface="Segoe UI" panose="020B0502040204020203" pitchFamily="34" charset="0"/>
              </a:rPr>
              <a:t> Se </a:t>
            </a:r>
            <a:r>
              <a:rPr lang="es-ES" sz="1200" dirty="0">
                <a:solidFill>
                  <a:srgbClr val="222222"/>
                </a:solidFill>
                <a:latin typeface="Segoe UI" panose="020B0502040204020203" pitchFamily="34" charset="0"/>
              </a:rPr>
              <a:t>agrego a Pantalla Folios la opción para cambiar de color las pieles e imprimir las etiquetas con el nuevo color.</a:t>
            </a:r>
            <a:endParaRPr lang="es-ES" sz="1200" b="0" i="0" dirty="0">
              <a:solidFill>
                <a:srgbClr val="222222"/>
              </a:solidFill>
              <a:effectLst/>
              <a:latin typeface="Segoe UI" panose="020B0502040204020203" pitchFamily="34" charset="0"/>
            </a:endParaRPr>
          </a:p>
        </p:txBody>
      </p:sp>
      <p:pic>
        <p:nvPicPr>
          <p:cNvPr id="7" name="Imagen 6" descr="Interfaz de usuario gráfica, Aplicación, Tabla&#10;&#10;Descripción generada automáticamente">
            <a:extLst>
              <a:ext uri="{FF2B5EF4-FFF2-40B4-BE49-F238E27FC236}">
                <a16:creationId xmlns:a16="http://schemas.microsoft.com/office/drawing/2014/main" id="{1412D3D2-6E60-4CD0-BF83-09A5142874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1640" y="1556797"/>
            <a:ext cx="7704856" cy="5184571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46E099D5-0DE3-484B-A40B-A00567D1261D}"/>
              </a:ext>
            </a:extLst>
          </p:cNvPr>
          <p:cNvSpPr/>
          <p:nvPr/>
        </p:nvSpPr>
        <p:spPr>
          <a:xfrm>
            <a:off x="6804248" y="3429000"/>
            <a:ext cx="1800200" cy="21602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0671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11195</TotalTime>
  <Words>650</Words>
  <Application>Microsoft Office PowerPoint</Application>
  <PresentationFormat>Presentación en pantalla (4:3)</PresentationFormat>
  <Paragraphs>32</Paragraphs>
  <Slides>19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19</vt:i4>
      </vt:variant>
    </vt:vector>
  </HeadingPairs>
  <TitlesOfParts>
    <vt:vector size="24" baseType="lpstr">
      <vt:lpstr>Arial</vt:lpstr>
      <vt:lpstr>Calibri</vt:lpstr>
      <vt:lpstr>Century Gothic</vt:lpstr>
      <vt:lpstr>Segoe UI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AX DE LA ROSA</dc:creator>
  <cp:lastModifiedBy>Francisco Esteban</cp:lastModifiedBy>
  <cp:revision>231</cp:revision>
  <dcterms:created xsi:type="dcterms:W3CDTF">2019-09-04T16:36:39Z</dcterms:created>
  <dcterms:modified xsi:type="dcterms:W3CDTF">2021-07-05T14:02:32Z</dcterms:modified>
</cp:coreProperties>
</file>