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98" r:id="rId2"/>
    <p:sldId id="411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43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7/9/2021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05/07/2021 – 09/06/2021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4432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Seguimiento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2469"/>
            <a:ext cx="7949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creo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Seguimiento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Piel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podremos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consultar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información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movimientos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busquedas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realizarse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por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Folio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Orden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Lote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y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Piel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si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requiere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descargar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información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un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archivo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Excel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5ED01E-6000-408F-AFD7-19828181610E}"/>
              </a:ext>
            </a:extLst>
          </p:cNvPr>
          <p:cNvSpPr/>
          <p:nvPr/>
        </p:nvSpPr>
        <p:spPr>
          <a:xfrm>
            <a:off x="7877080" y="3356992"/>
            <a:ext cx="11156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 descr="Interfaz de usuario gráfica, Aplicación, Tabla, Excel&#10;&#10;Descripción generada automáticamente">
            <a:extLst>
              <a:ext uri="{FF2B5EF4-FFF2-40B4-BE49-F238E27FC236}">
                <a16:creationId xmlns:a16="http://schemas.microsoft.com/office/drawing/2014/main" id="{0842755F-68C8-435C-A51E-51891A61D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627060"/>
            <a:ext cx="7984584" cy="518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6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11220</TotalTime>
  <Words>56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234</cp:revision>
  <dcterms:created xsi:type="dcterms:W3CDTF">2019-09-04T16:36:39Z</dcterms:created>
  <dcterms:modified xsi:type="dcterms:W3CDTF">2021-07-09T19:29:08Z</dcterms:modified>
</cp:coreProperties>
</file>